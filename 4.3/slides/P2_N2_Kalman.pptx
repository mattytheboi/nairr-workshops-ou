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 id="2147483660" r:id="rId5"/>
    <p:sldMasterId id="2147483672"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20">
          <p15:clr>
            <a:srgbClr val="A4A3A4"/>
          </p15:clr>
        </p15:guide>
        <p15:guide id="2" orient="horz" pos="960">
          <p15:clr>
            <a:srgbClr val="A4A3A4"/>
          </p15:clr>
        </p15:guide>
        <p15:guide id="3" orient="horz" pos="3888">
          <p15:clr>
            <a:srgbClr val="A4A3A4"/>
          </p15:clr>
        </p15:guide>
        <p15:guide id="4" pos="456">
          <p15:clr>
            <a:srgbClr val="A4A3A4"/>
          </p15:clr>
        </p15:guide>
        <p15:guide id="5" pos="7296">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26" roundtripDataSignature="AMtx7miBcMSyq76/hCuWBLPQRU+zJwyZU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20" orient="horz"/>
        <p:guide pos="960" orient="horz"/>
        <p:guide pos="3888" orient="horz"/>
        <p:guide pos="456"/>
        <p:guide pos="7296"/>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2.xml"/><Relationship Id="rId26" Type="http://customschemas.google.com/relationships/presentationmetadata" Target="metadata"/><Relationship Id="rId25" Type="http://schemas.openxmlformats.org/officeDocument/2006/relationships/slide" Target="slides/slide18.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203" name="Google Shape;203;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4" name="Google Shape;204;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ecd9d5b514_4_7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2" name="Google Shape;212;g3ecd9d5b514_4_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Section 1: Statistics Refresher (0:00 – 6:00)</a:t>
            </a:r>
            <a:endParaRPr b="1" sz="17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[SLIDE: Title]</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Alright, so lets jump into the statistics If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[SLIDE: Mean and variance definitions]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So let's start with the mean of a random signal. The mean is just the average value over some number of samples. We take random samples of a variable x, add them all up, divide by the number of samples, and that gives us the mean, which we denote with the symbol mu.</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variance is the average squared deviation from that mean. We take the same samples we used to compute the mean, subtract the mean from each one, square those deviations, and average them. Variance is denoted sigma squared, and the standard deviation, sigma, is just the square root of the variance.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So what does standard deviation actually mean intuitively?</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[SLIDE: Red and blue signal plot]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Here's an example. We've got two random signals, one red and one blue. Just by eye, you can guess which one has higher variance — the blue signal jumps around a lot more, so it has higher variance. But notice the means are different too: the blue signal is centered around zero, while the red one is centered around one.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[SLIDE: Probability densities]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If we plot the probability density of each signal, this is what we get. The red signal's bell curve is centered at one — that's its mean — and the blue one is centered at zero. Where the variance shows up is in how spread out each curve is. The blue signal varied a lot more, so its distribution is much wider, and that width is exactly what the standard deviation measures.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one number worth memorizing here: the area under the curve from minus one sigma to plus one sigma is about 68 percent of the total probability. So when you grab a random sample, there's a 68 percent chance it lands within one standard deviation of the mean. Go out to three sigma and you've captured 99.7 percent. So sigma is, in a very concrete sense, a measurement of how random a signal is. And in Kalman filtering, this concept of variance is going to be everywhere.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[SLIDE: Expected value notation]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Now, one piece of notation. Rather than writing out the full summation every time, we're going to use the expected value, written as capital E of x. Mathematically, the expected value is what the mean converges to as the number of samples goes to infinity. So we define the mean as mu equals E of x, and the variance as sigma squared equals the expected value of x minus mu, quantity squared. Same concepts, more compact notation.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[SLIDE: Multivariate case — covariance matrix]</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Everything so far is for a single variable: one scalar mean, one scalar variance. But in Kalman filtering, we're going to be tracking multiple random variables at once, and those variables might be correlated with each other. So we need to extend these ideas to the multivariate case.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mean is easy: with three variables, the mean is just a three-element vector — the expected value of each variable individually.</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variance is where it gets interesting. With multiple variables, instead of a scalar sigma squared, we get a </a:t>
            </a:r>
            <a:r>
              <a:rPr b="1" lang="en-US" sz="1100">
                <a:latin typeface="Arial"/>
                <a:ea typeface="Arial"/>
                <a:cs typeface="Arial"/>
                <a:sym typeface="Arial"/>
              </a:rPr>
              <a:t>covariance matrix</a:t>
            </a:r>
            <a:r>
              <a:rPr lang="en-US" sz="1100">
                <a:latin typeface="Arial"/>
                <a:ea typeface="Arial"/>
                <a:cs typeface="Arial"/>
                <a:sym typeface="Arial"/>
              </a:rPr>
              <a:t>, capital sigma. It's defined as the expected value of the sample vector minus the mean vector, times that same thing transposed. A column vector times a row vector — that expands into a square matrix, n by n for n variables, and it's always symmetric.</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Here's the part I want you to remember, because it's the key to everything we do later:</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The diagonal elements of the covariance matrix are the individual variances of each variable. The off-diagonal elements are the cross-covariances — how much one variable moves with another.</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If your variables are completely independent — one changes and the other doesn't care — the off-diagonals come out close to zero. And in Kalman filtering, that's exactly the simplification we're going to make: we'll set the diagonal elements and leave everything off-diagonal at zero, unless we have a really good reason not to.</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So that's the statistics. Means, variances, and the covariance matrix with its all-important diagonal.</a:t>
            </a:r>
            <a:endParaRPr sz="1100">
              <a:latin typeface="Arial"/>
              <a:ea typeface="Arial"/>
              <a:cs typeface="Arial"/>
              <a:sym typeface="Arial"/>
            </a:endParaRPr>
          </a:p>
          <a:p>
            <a:pPr indent="0" lvl="0" marL="0" rtl="0" algn="l">
              <a:spcBef>
                <a:spcPts val="1200"/>
              </a:spcBef>
              <a:spcAft>
                <a:spcPts val="0"/>
              </a:spcAft>
              <a:buClr>
                <a:schemeClr val="dk1"/>
              </a:buClr>
              <a:buSzPts val="1400"/>
              <a:buFont typeface="Arial"/>
              <a:buNone/>
            </a:pPr>
            <a:r>
              <a:t/>
            </a:r>
            <a:endParaRPr/>
          </a:p>
          <a:p>
            <a:pPr indent="0" lvl="0" marL="0" rtl="0" algn="l">
              <a:spcBef>
                <a:spcPts val="0"/>
              </a:spcBef>
              <a:spcAft>
                <a:spcPts val="0"/>
              </a:spcAft>
              <a:buNone/>
            </a:pPr>
            <a:r>
              <a:t/>
            </a:r>
            <a:endParaRPr/>
          </a:p>
        </p:txBody>
      </p:sp>
      <p:sp>
        <p:nvSpPr>
          <p:cNvPr id="219" name="Google Shape;21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sz="1100">
                <a:latin typeface="Arial"/>
                <a:ea typeface="Arial"/>
                <a:cs typeface="Arial"/>
                <a:sym typeface="Arial"/>
              </a:rPr>
              <a:t>Here's an example. We've got two random signals, one red and one blue. Just by eye, you can guess which one has higher variance — the blue signal jumps around a lot more, so it has higher variance. But notice the means are different too: the blue signal is centered around zero, while the red one is centered around one.</a:t>
            </a:r>
            <a:br>
              <a:rPr lang="en-US" sz="1100">
                <a:latin typeface="Arial"/>
                <a:ea typeface="Arial"/>
                <a:cs typeface="Arial"/>
                <a:sym typeface="Arial"/>
              </a:rPr>
            </a:br>
            <a:br>
              <a:rPr lang="en-US" sz="1100">
                <a:latin typeface="Arial"/>
                <a:ea typeface="Arial"/>
                <a:cs typeface="Arial"/>
                <a:sym typeface="Arial"/>
              </a:rPr>
            </a:br>
            <a:r>
              <a:rPr lang="en-US" sz="1100">
                <a:latin typeface="Arial"/>
                <a:ea typeface="Arial"/>
                <a:cs typeface="Arial"/>
                <a:sym typeface="Arial"/>
              </a:rPr>
              <a:t>If we plot the probability density of each signal, this is what we get. The red signal's bell curve is centered at one — that's its mean — and the blue one is centered at zero. Where the variance shows up is in how spread out each curve is. The blue signal varied a lot more, so its distribution is much wider, and that width is exactly what the standard deviation measures.</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The one number worth memorizing here: the area under the curve from minus one sigma to plus one sigma is about 68 percent of the total probability. So when you grab a random sample, there's a 68 percent chance it lands within one standard deviation of the mean. Go out to three sigma and you've captured 99.7 percent. So sigma is, in a very concrete sense, a measurement of how random a signal is. And in Kalman filtering, this concept of variance is going to be everywhere.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spcBef>
                <a:spcPts val="1200"/>
              </a:spcBef>
              <a:spcAft>
                <a:spcPts val="0"/>
              </a:spcAft>
              <a:buClr>
                <a:schemeClr val="dk1"/>
              </a:buClr>
              <a:buSzPts val="1400"/>
              <a:buFont typeface="Arial"/>
              <a:buNone/>
            </a:pPr>
            <a:r>
              <a:t/>
            </a:r>
            <a:endParaRPr/>
          </a:p>
          <a:p>
            <a:pPr indent="0" lvl="0" marL="0" rtl="0" algn="l">
              <a:spcBef>
                <a:spcPts val="0"/>
              </a:spcBef>
              <a:spcAft>
                <a:spcPts val="0"/>
              </a:spcAft>
              <a:buNone/>
            </a:pPr>
            <a:r>
              <a:t/>
            </a:r>
            <a:endParaRPr/>
          </a:p>
        </p:txBody>
      </p:sp>
      <p:sp>
        <p:nvSpPr>
          <p:cNvPr id="231" name="Google Shape;231;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Now, one piece of notation. Rather than writing out the full summation every time, we're going to use the expected value, written as capital E of x. Mathematically, the expected value is what the mean converges to as the number of samples goes to infinity. So we define the mean as mu equals E of x, and the variance as sigma squared equals the expected value of x minus mu, quantity squared. Same concepts, more compact notation. </a:t>
            </a:r>
            <a:endParaRPr/>
          </a:p>
        </p:txBody>
      </p:sp>
      <p:sp>
        <p:nvSpPr>
          <p:cNvPr id="242" name="Google Shape;24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Everything so far is for a single variable: one scalar mean, one scalar variance. But in Kalman filtering, we're going to be tracking multiple random variables at once, and those variables might be correlated with each other. So we need to extend these ideas to the multivariate case.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mean is easy: with three variables, the mean is just a three-element vector — the expected value of each variable individually.</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variance is where it gets interesting. With multiple variables, instead of a scalar sigma squared, we get a </a:t>
            </a:r>
            <a:r>
              <a:rPr b="1" lang="en-US" sz="1100">
                <a:latin typeface="Arial"/>
                <a:ea typeface="Arial"/>
                <a:cs typeface="Arial"/>
                <a:sym typeface="Arial"/>
              </a:rPr>
              <a:t>covariance matrix</a:t>
            </a:r>
            <a:r>
              <a:rPr lang="en-US" sz="1100">
                <a:latin typeface="Arial"/>
                <a:ea typeface="Arial"/>
                <a:cs typeface="Arial"/>
                <a:sym typeface="Arial"/>
              </a:rPr>
              <a:t>, capital sigma. It's defined as the expected value of the sample vector minus the mean vector, times that same thing transposed. A column vector times a row vector — that expands into a square matrix, n by n for n variables, and it's always symmetric.</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Here's the part I want you to remember, because it's the key to everything we do later:</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The diagonal elements of the covariance matrix are the individual variances of each variable. The off-diagonal elements are the cross-covariances — how much one variable moves with another.</a:t>
            </a:r>
            <a:endParaRPr b="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If your variables are completely independent — one changes and the other doesn't care — the off-diagonals come out close to zero. And in Kalman filtering, that's exactly the simplification we're going to make: we'll set the diagonal elements and leave everything off-diagonal at zero, unless we have a really good reason not to.</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So that's the statistics. Means, variances, and the covariance matrix with its all-important diagonal.</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254" name="Google Shape;254;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how do we go from f(x) to the linear form? is F the state transition matrix?</a:t>
            </a:r>
            <a:br>
              <a:rPr lang="en-US"/>
            </a:br>
            <a:br>
              <a:rPr lang="en-US"/>
            </a:br>
            <a:r>
              <a:rPr lang="en-US" sz="1100">
                <a:latin typeface="Arial"/>
                <a:ea typeface="Arial"/>
                <a:cs typeface="Arial"/>
                <a:sym typeface="Arial"/>
              </a:rPr>
              <a:t>The second ingredient we need is a state-space model of the system, and we need to know how to linearize it.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Here's the idea. The way a Kalman filter works is that you describe a model of how your system updates through time. We write that in this very generic form: x at step k plus one equals some function f of x at step k and the inputs u at step k.</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That x is the </a:t>
            </a:r>
            <a:r>
              <a:rPr b="1" lang="en-US" sz="1100">
                <a:latin typeface="Arial"/>
                <a:ea typeface="Arial"/>
                <a:cs typeface="Arial"/>
                <a:sym typeface="Arial"/>
              </a:rPr>
              <a:t>state vector</a:t>
            </a:r>
            <a:r>
              <a:rPr lang="en-US" sz="1100">
                <a:latin typeface="Arial"/>
                <a:ea typeface="Arial"/>
                <a:cs typeface="Arial"/>
                <a:sym typeface="Arial"/>
              </a:rPr>
              <a:t> — it's a vector of every aspect of the system we want to keep track of. For our lidar object tracking application, the state is going to be four values: x position, y position, x velocity, and y velocity. So a four-element vector — two elements for position, two for velocity.</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function f describes how those values progress through time. In our case, we're not going to have any control inputs — we're just passively observing how an object moves — so the u term drops out. But the whole point of f is: plug in the current state, and it tells you what the next state looks like.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Now, f could be literally anything. It could have cosines and sines in it, any kind of nonlinear function. But here's the catch: you can't use a nonlinear f directly in the Kalman filter algorithm. You have to </a:t>
            </a:r>
            <a:r>
              <a:rPr b="1" lang="en-US" sz="1100">
                <a:latin typeface="Arial"/>
                <a:ea typeface="Arial"/>
                <a:cs typeface="Arial"/>
                <a:sym typeface="Arial"/>
              </a:rPr>
              <a:t>linearize</a:t>
            </a:r>
            <a:r>
              <a:rPr lang="en-US" sz="1100">
                <a:latin typeface="Arial"/>
                <a:ea typeface="Arial"/>
                <a:cs typeface="Arial"/>
                <a:sym typeface="Arial"/>
              </a:rPr>
              <a:t> it first, into this form: x at k plus one equals a matrix A times the current state, plus a matrix B times the current inputs. And notice the A has a k subscript — the A matrix is allowed to change over time, and that's going to matter in a few minutes.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other piece of the state-space model is the </a:t>
            </a:r>
            <a:r>
              <a:rPr b="1" lang="en-US" sz="1100">
                <a:latin typeface="Arial"/>
                <a:ea typeface="Arial"/>
                <a:cs typeface="Arial"/>
                <a:sym typeface="Arial"/>
              </a:rPr>
              <a:t>observation equation</a:t>
            </a:r>
            <a:r>
              <a:rPr lang="en-US" sz="1100">
                <a:latin typeface="Arial"/>
                <a:ea typeface="Arial"/>
                <a:cs typeface="Arial"/>
                <a:sym typeface="Arial"/>
              </a:rPr>
              <a:t>. This describes how our sensor measurements relate to the state we're trying to estimate. We write z at step k equals some function h of the state.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For our application, z is a two-element vector: the x and y position of the cluster bounding box coming out of our lidar segmentation pipeline from notebook3. So we're tracking four states — position and velocity — but we only </a:t>
            </a:r>
            <a:r>
              <a:rPr i="1" lang="en-US" sz="1100">
                <a:latin typeface="Arial"/>
                <a:ea typeface="Arial"/>
                <a:cs typeface="Arial"/>
                <a:sym typeface="Arial"/>
              </a:rPr>
              <a:t>measure</a:t>
            </a:r>
            <a:r>
              <a:rPr lang="en-US" sz="1100">
                <a:latin typeface="Arial"/>
                <a:ea typeface="Arial"/>
                <a:cs typeface="Arial"/>
                <a:sym typeface="Arial"/>
              </a:rPr>
              <a:t> two of them: position.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Just like f, this h function could in general be nonlinear, and just like before, we have to linearize it into the form z equals a matrix C times the state. In our case, since the measurements literally are two of the states, that C matrix is just going to pick the position elements out of the state vector. Very simple. But we're setting up the general machinery first.</a:t>
            </a:r>
            <a:endParaRPr sz="1100">
              <a:latin typeface="Arial"/>
              <a:ea typeface="Arial"/>
              <a:cs typeface="Arial"/>
              <a:sym typeface="Arial"/>
            </a:endParaRPr>
          </a:p>
          <a:p>
            <a:pPr indent="0" lvl="0" marL="0" rtl="0" algn="l">
              <a:spcBef>
                <a:spcPts val="1200"/>
              </a:spcBef>
              <a:spcAft>
                <a:spcPts val="0"/>
              </a:spcAft>
              <a:buNone/>
            </a:pPr>
            <a:r>
              <a:t/>
            </a:r>
            <a:endParaRPr/>
          </a:p>
        </p:txBody>
      </p:sp>
      <p:sp>
        <p:nvSpPr>
          <p:cNvPr id="266" name="Google Shape;266;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We know that we have to linearize the model but the question that still remains is: how to linearize it.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Here's the idea. A Kalman filter works on a model of how your system updates through time. We write that generically: X at step k plus one equals some function f of X at step k and the inputs U at step k.</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That X is the </a:t>
            </a:r>
            <a:r>
              <a:rPr b="1" lang="en-US" sz="1100">
                <a:latin typeface="Arial"/>
                <a:ea typeface="Arial"/>
                <a:cs typeface="Arial"/>
                <a:sym typeface="Arial"/>
              </a:rPr>
              <a:t>state vector</a:t>
            </a:r>
            <a:r>
              <a:rPr lang="en-US" sz="1100">
                <a:latin typeface="Arial"/>
                <a:ea typeface="Arial"/>
                <a:cs typeface="Arial"/>
                <a:sym typeface="Arial"/>
              </a:rPr>
              <a:t> — everything we want to keep track of. For our lidar tracking application, four values: x position, y position, x velocity, y velocity. The function f describes how those values progress through time. We have no control inputs — we're passively watching an object move — so the U term drops out for us.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Now, f could be literally anything: cosines, sines, any nonlinear function. But you can't feed a nonlinear f directly into the Kalman filter algorithm. You have to </a:t>
            </a:r>
            <a:r>
              <a:rPr b="1" lang="en-US" sz="1100">
                <a:latin typeface="Arial"/>
                <a:ea typeface="Arial"/>
                <a:cs typeface="Arial"/>
                <a:sym typeface="Arial"/>
              </a:rPr>
              <a:t>linearize</a:t>
            </a:r>
            <a:r>
              <a:rPr lang="en-US" sz="1100">
                <a:latin typeface="Arial"/>
                <a:ea typeface="Arial"/>
                <a:cs typeface="Arial"/>
                <a:sym typeface="Arial"/>
              </a:rPr>
              <a:t> it first, into the form on the slide: next state equals a matrix A times the current state, plus B times the inputs. Notice the k subscript — A is allowed to change over time, and hold that thought, because it's going to matter in a few minutes.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Same story for the </a:t>
            </a:r>
            <a:r>
              <a:rPr b="1" lang="en-US" sz="1100">
                <a:latin typeface="Arial"/>
                <a:ea typeface="Arial"/>
                <a:cs typeface="Arial"/>
                <a:sym typeface="Arial"/>
              </a:rPr>
              <a:t>observation equation</a:t>
            </a:r>
            <a:r>
              <a:rPr lang="en-US" sz="1100">
                <a:latin typeface="Arial"/>
                <a:ea typeface="Arial"/>
                <a:cs typeface="Arial"/>
                <a:sym typeface="Arial"/>
              </a:rPr>
              <a:t>: Z equals h of X describes how sensor measurements relate to the state. For us, Z is two elements — the x-y position of the cluster bounding box from the homework-three lidar pipeline. We track four things, we measure two of them. And just like f, h gets linearized: Z equals a matrix C times the state.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[SLIDE 8: The Jacobian]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So how do you actually do this linearization? You take partial derivatives. But before I show you the recipe, I want to spend one minute on </a:t>
            </a:r>
            <a:r>
              <a:rPr i="1" lang="en-US" sz="1100">
                <a:latin typeface="Arial"/>
                <a:ea typeface="Arial"/>
                <a:cs typeface="Arial"/>
                <a:sym typeface="Arial"/>
              </a:rPr>
              <a:t>why</a:t>
            </a:r>
            <a:r>
              <a:rPr lang="en-US" sz="1100">
                <a:latin typeface="Arial"/>
                <a:ea typeface="Arial"/>
                <a:cs typeface="Arial"/>
                <a:sym typeface="Arial"/>
              </a:rPr>
              <a:t> partial derivatives linearize anything — because if you've never seen it, the recipe looks like magic, and it isn't.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Think back to one-dimensional calculus. Near a point, any smooth function is well-approximated by its </a:t>
            </a:r>
            <a:r>
              <a:rPr b="1" lang="en-US" sz="1100">
                <a:latin typeface="Arial"/>
                <a:ea typeface="Arial"/>
                <a:cs typeface="Arial"/>
                <a:sym typeface="Arial"/>
              </a:rPr>
              <a:t>tangent line</a:t>
            </a:r>
            <a:r>
              <a:rPr lang="en-US" sz="1100">
                <a:latin typeface="Arial"/>
                <a:ea typeface="Arial"/>
                <a:cs typeface="Arial"/>
                <a:sym typeface="Arial"/>
              </a:rPr>
              <a:t>: f of x is approximately f at x-naught, plus the derivative at x-naught times how far you've moved. That's the first-order Taylor expansion. And here's the framing I want you to carry: the derivative isn't just "the slope" — it is, by definition, the slope of the </a:t>
            </a:r>
            <a:r>
              <a:rPr i="1" lang="en-US" sz="1100">
                <a:latin typeface="Arial"/>
                <a:ea typeface="Arial"/>
                <a:cs typeface="Arial"/>
                <a:sym typeface="Arial"/>
              </a:rPr>
              <a:t>best straight-line stand-in for the function at that point</a:t>
            </a:r>
            <a:r>
              <a:rPr lang="en-US" sz="1100">
                <a:latin typeface="Arial"/>
                <a:ea typeface="Arial"/>
                <a:cs typeface="Arial"/>
                <a:sym typeface="Arial"/>
              </a:rPr>
              <a:t>. Zoom in far enough on any smooth curve and it looks straight. Taking the derivative IS finding the local linear approximation. Differentiation and linearization are not two related operations — they're the same operation.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Now lift that to vectors. With n state variables, the question "how does f change if I nudge the state a little?" no longer has a single slope as its answer. Nudging x-two changes f-one by some amount, changes f-two by a different amount, and so on — there are n-times-n slopes, one for every pairing of function and variable. Arrange them in a grid and you get exactly the matrix on the slide. Row i, column j answers one question: how sensitive is function i to a nudge in variable j?</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If you've seen the term </a:t>
            </a:r>
            <a:r>
              <a:rPr b="1" lang="en-US" sz="1100">
                <a:latin typeface="Arial"/>
                <a:ea typeface="Arial"/>
                <a:cs typeface="Arial"/>
                <a:sym typeface="Arial"/>
              </a:rPr>
              <a:t>Jacobian matrix</a:t>
            </a:r>
            <a:r>
              <a:rPr lang="en-US" sz="1100">
                <a:latin typeface="Arial"/>
                <a:ea typeface="Arial"/>
                <a:cs typeface="Arial"/>
                <a:sym typeface="Arial"/>
              </a:rPr>
              <a:t> — this is exactly that. It's the slope of the tangent, in n dimensions, where the slope has to be a matrix. So the A matrix is the partial derivative of f with respect to the state vector, evaluated at the current state; C is the same procedure on the measurement function h; and if we had inputs, B would be the partials with respect to U — ours is zero.</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Two consequences fall out of the tangent picture, and both matter.</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First: </a:t>
            </a:r>
            <a:r>
              <a:rPr b="1" lang="en-US" sz="1100">
                <a:latin typeface="Arial"/>
                <a:ea typeface="Arial"/>
                <a:cs typeface="Arial"/>
                <a:sym typeface="Arial"/>
              </a:rPr>
              <a:t>a tangent is only good locally.</a:t>
            </a:r>
            <a:r>
              <a:rPr lang="en-US" sz="1100">
                <a:latin typeface="Arial"/>
                <a:ea typeface="Arial"/>
                <a:cs typeface="Arial"/>
                <a:sym typeface="Arial"/>
              </a:rPr>
              <a:t> It matches the curve at the point of tangency and drifts away as you move off. Remember that — it's about to explain the name "extended Kalman filter."</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Second: the functions have to be </a:t>
            </a:r>
            <a:r>
              <a:rPr b="1" lang="en-US" sz="1100">
                <a:latin typeface="Arial"/>
                <a:ea typeface="Arial"/>
                <a:cs typeface="Arial"/>
                <a:sym typeface="Arial"/>
              </a:rPr>
              <a:t>differentiable</a:t>
            </a:r>
            <a:r>
              <a:rPr lang="en-US" sz="1100">
                <a:latin typeface="Arial"/>
                <a:ea typeface="Arial"/>
                <a:cs typeface="Arial"/>
                <a:sym typeface="Arial"/>
              </a:rPr>
              <a:t>. At a cusp — a point where the function jumps non-smoothly — there is no well-defined tangent, so there's nothing to linearize. You'd need something like piecewise linearization. We're not going down that road; for our application the functions are very kind to us.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Last note on this section: you'll see models written two ways — dots on top for time derivatives, and k indexes. Dots are the continuous-time model; indexes are discretized. My recommended workflow: design in continuous time first, because that's where the physics lives, then discretize for the computer — that's where the delta-t time step gets baked into your A matrix. You'll see exactly how in the example.</a:t>
            </a:r>
            <a:endParaRPr sz="1100">
              <a:latin typeface="Arial"/>
              <a:ea typeface="Arial"/>
              <a:cs typeface="Arial"/>
              <a:sym typeface="Arial"/>
            </a:endParaRPr>
          </a:p>
          <a:p>
            <a:pPr indent="0" lvl="0" marL="0" rtl="0" algn="l">
              <a:spcBef>
                <a:spcPts val="1200"/>
              </a:spcBef>
              <a:spcAft>
                <a:spcPts val="0"/>
              </a:spcAft>
              <a:buNone/>
            </a:pPr>
            <a:r>
              <a:t/>
            </a:r>
            <a:endParaRPr sz="1100">
              <a:latin typeface="Arial"/>
              <a:ea typeface="Arial"/>
              <a:cs typeface="Arial"/>
              <a:sym typeface="Arial"/>
            </a:endParaRPr>
          </a:p>
        </p:txBody>
      </p:sp>
      <p:sp>
        <p:nvSpPr>
          <p:cNvPr id="279" name="Google Shape;279;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Okay. We've got our statistics, we've got our linearized state-space model. Now let's talk about what the Kalman filter actually does.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The filter operates on that linearized model and generates an </a:t>
            </a:r>
            <a:r>
              <a:rPr b="1" lang="en-US" sz="1100">
                <a:latin typeface="Arial"/>
                <a:ea typeface="Arial"/>
                <a:cs typeface="Arial"/>
                <a:sym typeface="Arial"/>
              </a:rPr>
              <a:t>estimate</a:t>
            </a:r>
            <a:r>
              <a:rPr lang="en-US" sz="1100">
                <a:latin typeface="Arial"/>
                <a:ea typeface="Arial"/>
                <a:cs typeface="Arial"/>
                <a:sym typeface="Arial"/>
              </a:rPr>
              <a:t> of the state vector, which we write as x with a little hat on it. But it never gives you just the estimate. Along with x-hat, it always produces a covariance matrix P that represents the uncertainty of that estimate.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P is square, n by n, and just like we discussed in the stats review, each diagonal element corresponds to the variance of one state in the estimate. Big number on the diagonal means high variance, which we interpret as the filter having low confidence in that particular state. As the filter runs and we keep feeding it sensor data, if the measurements are consistent with its internal model, that covariance shrinks — the filter is telling you it's getting more confident.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So the bottom line: a Kalman filter always gives you two things, an estimate and a confidence in that estimate. You never get one without the other.</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[SLIDE: Why "extended"?]</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Quick word on naming. Why is it called an </a:t>
            </a:r>
            <a:r>
              <a:rPr b="1" lang="en-US" sz="1100">
                <a:latin typeface="Arial"/>
                <a:ea typeface="Arial"/>
                <a:cs typeface="Arial"/>
                <a:sym typeface="Arial"/>
              </a:rPr>
              <a:t>extended</a:t>
            </a:r>
            <a:r>
              <a:rPr lang="en-US" sz="1100">
                <a:latin typeface="Arial"/>
                <a:ea typeface="Arial"/>
                <a:cs typeface="Arial"/>
                <a:sym typeface="Arial"/>
              </a:rPr>
              <a:t> Kalman filter? The "extended" part refers to handling the time-varying nature of the linearized A and C matrices. Remember, those matrices came from partial derivatives, and the resulting expressions generally contain the state variables themselves. So as the system evolves, A and C change with it, and the EKF recomputes them every step.</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In the real world, almost nothing is strictly linear, which is why you'll see extended Kalman filters far more often than plain ones. Same core algorithm — the extension is just this accommodation of nonlinearity through time-varying A and C.</a:t>
            </a:r>
            <a:endParaRPr sz="11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289" name="Google Shape;289;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Here it is — the whole algorithm. Every symbol on this slide is something you've already met, and I'm going to walk it by what each piece </a:t>
            </a:r>
            <a:r>
              <a:rPr i="1" lang="en-US" sz="1100">
                <a:latin typeface="Arial"/>
                <a:ea typeface="Arial"/>
                <a:cs typeface="Arial"/>
                <a:sym typeface="Arial"/>
              </a:rPr>
              <a:t>means</a:t>
            </a:r>
            <a:r>
              <a:rPr lang="en-US" sz="1100">
                <a:latin typeface="Arial"/>
                <a:ea typeface="Arial"/>
                <a:cs typeface="Arial"/>
                <a:sym typeface="Arial"/>
              </a:rPr>
              <a:t>, not by its letter. Quick recap of the cast so the slide reads as a story: A is the motion model — physics, one tick forward. C is the sensor lens — what the lidar can actually see of the state. P is our uncertainty cloud. Q is our distrust of the model; R is the noise of the sensor. Left column first.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Prediction.</a:t>
            </a:r>
            <a:r>
              <a:rPr lang="en-US" sz="1100">
                <a:latin typeface="Arial"/>
                <a:ea typeface="Arial"/>
                <a:cs typeface="Arial"/>
                <a:sym typeface="Arial"/>
              </a:rPr>
              <a:t> Step one: refresh the motion model — re-take the tangent to the physics at wherever we currently believe the state is. That's the re-tangenting from earlier, and it happens at the top of every single iteration.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Step two: predict the next state — push our best guess forward through the </a:t>
            </a:r>
            <a:r>
              <a:rPr i="1" lang="en-US" sz="1100">
                <a:latin typeface="Arial"/>
                <a:ea typeface="Arial"/>
                <a:cs typeface="Arial"/>
                <a:sym typeface="Arial"/>
              </a:rPr>
              <a:t>actual</a:t>
            </a:r>
            <a:r>
              <a:rPr lang="en-US" sz="1100">
                <a:latin typeface="Arial"/>
                <a:ea typeface="Arial"/>
                <a:cs typeface="Arial"/>
                <a:sym typeface="Arial"/>
              </a:rPr>
              <a:t> physics, the full nonlinear f, not the tangent. Worth pausing on: a single point passes through a nonlinear function just fine; nothing stops you from evaluating f. So where did the linearization go?</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Step three answers that: predict the uncertainty. Take the uncertainty cloud and push </a:t>
            </a:r>
            <a:r>
              <a:rPr i="1" lang="en-US" sz="1100">
                <a:latin typeface="Arial"/>
                <a:ea typeface="Arial"/>
                <a:cs typeface="Arial"/>
                <a:sym typeface="Arial"/>
              </a:rPr>
              <a:t>it</a:t>
            </a:r>
            <a:r>
              <a:rPr lang="en-US" sz="1100">
                <a:latin typeface="Arial"/>
                <a:ea typeface="Arial"/>
                <a:cs typeface="Arial"/>
                <a:sym typeface="Arial"/>
              </a:rPr>
              <a:t> forward through the motion model — and notice the cloud is the thing that needs the tangent, because a point survives a nonlinearity but a cloud doesn't. That's the sandwich on the slide, motion model on the left, its transpose on the right — the matrix version of a fact you already know: scale a random variable by a, and its variance scales by a-squared. Variance is built from squared deviations, so the motion has to touch it twice, once per copy of the deviation. Then we add our model distrust, Q, on top. The whole line in one sentence: </a:t>
            </a:r>
            <a:r>
              <a:rPr i="1" lang="en-US" sz="1100">
                <a:latin typeface="Arial"/>
                <a:ea typeface="Arial"/>
                <a:cs typeface="Arial"/>
                <a:sym typeface="Arial"/>
              </a:rPr>
              <a:t>my uncertainty rode along with the physics, and grew a little, because my physics isn't perfect.</a:t>
            </a:r>
            <a:endParaRPr i="1"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Notice what this column never touched: measurement data. Pure model. That's why everything still says k given k minus one.</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100">
                <a:latin typeface="Arial"/>
                <a:ea typeface="Arial"/>
                <a:cs typeface="Arial"/>
                <a:sym typeface="Arial"/>
              </a:rPr>
              <a:t>Update — right column.</a:t>
            </a:r>
            <a:r>
              <a:rPr lang="en-US" sz="1100">
                <a:latin typeface="Arial"/>
                <a:ea typeface="Arial"/>
                <a:cs typeface="Arial"/>
                <a:sym typeface="Arial"/>
              </a:rPr>
              <a:t> Now the sensor weighs in, and the goal is to correct the prediction.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First line, the residual covariance S — in words, </a:t>
            </a:r>
            <a:r>
              <a:rPr i="1" lang="en-US" sz="1100">
                <a:latin typeface="Arial"/>
                <a:ea typeface="Arial"/>
                <a:cs typeface="Arial"/>
                <a:sym typeface="Arial"/>
              </a:rPr>
              <a:t>how much disagreement should I expect when I compare my prediction against the sensor?</a:t>
            </a:r>
            <a:r>
              <a:rPr lang="en-US" sz="1100">
                <a:latin typeface="Arial"/>
                <a:ea typeface="Arial"/>
                <a:cs typeface="Arial"/>
                <a:sym typeface="Arial"/>
              </a:rPr>
              <a:t> Two ingredients, added together: my own uncertainty, viewed through the sensor lens — given how unsure I am about position and velocity, how unsure am I about what the lidar will report? — plus the sensor's own noise, R. Prediction scatter plus sensor scatter: total expected disagreement.</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Second, the </a:t>
            </a:r>
            <a:r>
              <a:rPr b="1" lang="en-US" sz="1100">
                <a:latin typeface="Arial"/>
                <a:ea typeface="Arial"/>
                <a:cs typeface="Arial"/>
                <a:sym typeface="Arial"/>
              </a:rPr>
              <a:t>Kalman gain</a:t>
            </a:r>
            <a:r>
              <a:rPr lang="en-US" sz="1100">
                <a:latin typeface="Arial"/>
                <a:ea typeface="Arial"/>
                <a:cs typeface="Arial"/>
                <a:sym typeface="Arial"/>
              </a:rPr>
              <a:t> — the trust dial. Read it as a fraction: the uncertainty that's </a:t>
            </a:r>
            <a:r>
              <a:rPr i="1" lang="en-US" sz="1100">
                <a:latin typeface="Arial"/>
                <a:ea typeface="Arial"/>
                <a:cs typeface="Arial"/>
                <a:sym typeface="Arial"/>
              </a:rPr>
              <a:t>my fault</a:t>
            </a:r>
            <a:r>
              <a:rPr lang="en-US" sz="1100">
                <a:latin typeface="Arial"/>
                <a:ea typeface="Arial"/>
                <a:cs typeface="Arial"/>
                <a:sym typeface="Arial"/>
              </a:rPr>
              <a:t>, divided by the </a:t>
            </a:r>
            <a:r>
              <a:rPr i="1" lang="en-US" sz="1100">
                <a:latin typeface="Arial"/>
                <a:ea typeface="Arial"/>
                <a:cs typeface="Arial"/>
                <a:sym typeface="Arial"/>
              </a:rPr>
              <a:t>total</a:t>
            </a:r>
            <a:r>
              <a:rPr lang="en-US" sz="1100">
                <a:latin typeface="Arial"/>
                <a:ea typeface="Arial"/>
                <a:cs typeface="Arial"/>
                <a:sym typeface="Arial"/>
              </a:rPr>
              <a:t> expected disagreement. That inverse on the slide is the "divided by." Hold onto it — I'll cash it in two slides from now.</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Third, the measurement error epsilon — the surprise. What the lidar actually said, minus what my model expected it to say. In real life, never zero; this is the filter's measure of how wrong its prediction was.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Fourth and fifth: apply the correction, to both outputs. New estimate equals the prediction plus the trust dial times the surprise — </a:t>
            </a:r>
            <a:r>
              <a:rPr i="1" lang="en-US" sz="1100">
                <a:latin typeface="Arial"/>
                <a:ea typeface="Arial"/>
                <a:cs typeface="Arial"/>
                <a:sym typeface="Arial"/>
              </a:rPr>
              <a:t>move toward the measurement, by an amount proportional to how much of the disagreement was your own fault.</a:t>
            </a:r>
            <a:r>
              <a:rPr lang="en-US" sz="1100">
                <a:latin typeface="Arial"/>
                <a:ea typeface="Arial"/>
                <a:cs typeface="Arial"/>
                <a:sym typeface="Arial"/>
              </a:rPr>
              <a:t> And the uncertainty shrinks by the matching amount — the more of the surprise you accepted, the more confident you've just become. The notation flips to k given k: this step's measurements are now baked in.</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And that's it. It loops forever: this step's k-given-k becomes the next step's k-minus-one-given-k-minus-one, new measurements arrive, around we go. The rhythm to leave them with: </a:t>
            </a:r>
            <a:r>
              <a:rPr i="1" lang="en-US" sz="1100">
                <a:latin typeface="Arial"/>
                <a:ea typeface="Arial"/>
                <a:cs typeface="Arial"/>
                <a:sym typeface="Arial"/>
              </a:rPr>
              <a:t>predict, get surprised, correct by trust — repeat.</a:t>
            </a:r>
            <a:r>
              <a:rPr lang="en-US" sz="1100">
                <a:latin typeface="Arial"/>
                <a:ea typeface="Arial"/>
                <a:cs typeface="Arial"/>
                <a:sym typeface="Arial"/>
              </a:rPr>
              <a:t> Working properly, the estimate converges toward the true state and the uncertainty shrinks.</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[SLIDE 14: Signal Flow]</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Here's the same thing as a picture. Measurements come in on the left; the previous estimate feeds back to refresh the motion model and the sensor lens — there's the re-tangenting, drawn as a feedback loop — and the output is always the pair: best guess plus uncertainty. Nothing new here; it's the slide you just walked through, drawn as a block diagram.</a:t>
            </a:r>
            <a:endParaRPr sz="1100">
              <a:latin typeface="Arial"/>
              <a:ea typeface="Arial"/>
              <a:cs typeface="Arial"/>
              <a:sym typeface="Arial"/>
            </a:endParaRPr>
          </a:p>
          <a:p>
            <a:pPr indent="0" lvl="0" marL="0" rtl="0" algn="l">
              <a:spcBef>
                <a:spcPts val="1200"/>
              </a:spcBef>
              <a:spcAft>
                <a:spcPts val="0"/>
              </a:spcAft>
              <a:buNone/>
            </a:pPr>
            <a:r>
              <a:t/>
            </a:r>
            <a:endParaRPr b="1" sz="1100">
              <a:latin typeface="Arial"/>
              <a:ea typeface="Arial"/>
              <a:cs typeface="Arial"/>
              <a:sym typeface="Arial"/>
            </a:endParaRPr>
          </a:p>
        </p:txBody>
      </p:sp>
      <p:sp>
        <p:nvSpPr>
          <p:cNvPr id="328" name="Google Shape;328;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5" name="Google Shape;345;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3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 Id="rId3"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png"/><Relationship Id="rId3" Type="http://schemas.openxmlformats.org/officeDocument/2006/relationships/image" Target="../media/image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16" name="Shape 16"/>
        <p:cNvGrpSpPr/>
        <p:nvPr/>
      </p:nvGrpSpPr>
      <p:grpSpPr>
        <a:xfrm>
          <a:off x="0" y="0"/>
          <a:ext cx="0" cy="0"/>
          <a:chOff x="0" y="0"/>
          <a:chExt cx="0" cy="0"/>
        </a:xfrm>
      </p:grpSpPr>
      <p:pic>
        <p:nvPicPr>
          <p:cNvPr id="17" name="Google Shape;17;p11"/>
          <p:cNvPicPr preferRelativeResize="0"/>
          <p:nvPr/>
        </p:nvPicPr>
        <p:blipFill rotWithShape="1">
          <a:blip r:embed="rId2">
            <a:alphaModFix/>
          </a:blip>
          <a:srcRect b="28271" l="0" r="0" t="26669"/>
          <a:stretch/>
        </p:blipFill>
        <p:spPr>
          <a:xfrm>
            <a:off x="7692126" y="4229848"/>
            <a:ext cx="4154698" cy="1872130"/>
          </a:xfrm>
          <a:prstGeom prst="rect">
            <a:avLst/>
          </a:prstGeom>
          <a:noFill/>
          <a:ln>
            <a:noFill/>
          </a:ln>
        </p:spPr>
      </p:pic>
      <p:sp>
        <p:nvSpPr>
          <p:cNvPr id="18" name="Google Shape;18;p11"/>
          <p:cNvSpPr/>
          <p:nvPr/>
        </p:nvSpPr>
        <p:spPr>
          <a:xfrm>
            <a:off x="0" y="0"/>
            <a:ext cx="12192000" cy="1143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19" name="Google Shape;19;p11"/>
          <p:cNvSpPr txBox="1"/>
          <p:nvPr>
            <p:ph type="title"/>
          </p:nvPr>
        </p:nvSpPr>
        <p:spPr>
          <a:xfrm>
            <a:off x="625475" y="1447800"/>
            <a:ext cx="9144000" cy="16764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262626"/>
              </a:buClr>
              <a:buSzPts val="4000"/>
              <a:buFont typeface="Verdana"/>
              <a:buNone/>
              <a:defRPr b="1" sz="4000">
                <a:solidFill>
                  <a:srgbClr val="262626"/>
                </a:solidFill>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1"/>
          <p:cNvSpPr txBox="1"/>
          <p:nvPr>
            <p:ph idx="1" type="body"/>
          </p:nvPr>
        </p:nvSpPr>
        <p:spPr>
          <a:xfrm>
            <a:off x="625475" y="3124200"/>
            <a:ext cx="9144000" cy="914400"/>
          </a:xfrm>
          <a:prstGeom prst="rect">
            <a:avLst/>
          </a:prstGeom>
          <a:noFill/>
          <a:ln>
            <a:noFill/>
          </a:ln>
        </p:spPr>
        <p:txBody>
          <a:bodyPr anchorCtr="0" anchor="t" bIns="45700" lIns="91425" spcFirstLastPara="1" rIns="91425" wrap="square" tIns="45700">
            <a:normAutofit/>
          </a:bodyPr>
          <a:lstStyle>
            <a:lvl1pPr indent="-228600" lvl="0" marL="457200" algn="l">
              <a:lnSpc>
                <a:spcPct val="95000"/>
              </a:lnSpc>
              <a:spcBef>
                <a:spcPts val="1200"/>
              </a:spcBef>
              <a:spcAft>
                <a:spcPts val="0"/>
              </a:spcAft>
              <a:buSzPts val="2800"/>
              <a:buNone/>
              <a:defRPr sz="2800">
                <a:solidFill>
                  <a:schemeClr val="dk2"/>
                </a:solidFill>
              </a:defRPr>
            </a:lvl1pPr>
            <a:lvl2pPr indent="-228600" lvl="1" marL="914400" algn="l">
              <a:lnSpc>
                <a:spcPct val="95000"/>
              </a:lnSpc>
              <a:spcBef>
                <a:spcPts val="600"/>
              </a:spcBef>
              <a:spcAft>
                <a:spcPts val="0"/>
              </a:spcAft>
              <a:buSzPts val="1800"/>
              <a:buNone/>
              <a:defRPr sz="1800">
                <a:solidFill>
                  <a:srgbClr val="888888"/>
                </a:solidFill>
              </a:defRPr>
            </a:lvl2pPr>
            <a:lvl3pPr indent="-228600" lvl="2" marL="1371600" algn="l">
              <a:lnSpc>
                <a:spcPct val="95000"/>
              </a:lnSpc>
              <a:spcBef>
                <a:spcPts val="600"/>
              </a:spcBef>
              <a:spcAft>
                <a:spcPts val="0"/>
              </a:spcAft>
              <a:buSzPts val="1600"/>
              <a:buNone/>
              <a:defRPr sz="1600">
                <a:solidFill>
                  <a:srgbClr val="888888"/>
                </a:solidFill>
              </a:defRPr>
            </a:lvl3pPr>
            <a:lvl4pPr indent="-228600" lvl="3" marL="1828800" algn="l">
              <a:lnSpc>
                <a:spcPct val="95000"/>
              </a:lnSpc>
              <a:spcBef>
                <a:spcPts val="600"/>
              </a:spcBef>
              <a:spcAft>
                <a:spcPts val="0"/>
              </a:spcAft>
              <a:buSzPts val="1400"/>
              <a:buNone/>
              <a:defRPr sz="1400">
                <a:solidFill>
                  <a:srgbClr val="888888"/>
                </a:solidFill>
              </a:defRPr>
            </a:lvl4pPr>
            <a:lvl5pPr indent="-228600" lvl="4" marL="2286000" algn="l">
              <a:lnSpc>
                <a:spcPct val="95000"/>
              </a:lnSpc>
              <a:spcBef>
                <a:spcPts val="600"/>
              </a:spcBef>
              <a:spcAft>
                <a:spcPts val="0"/>
              </a:spcAft>
              <a:buSzPts val="1400"/>
              <a:buNone/>
              <a:defRPr sz="1400">
                <a:solidFill>
                  <a:srgbClr val="888888"/>
                </a:solidFill>
              </a:defRPr>
            </a:lvl5pPr>
            <a:lvl6pPr indent="-228600" lvl="5" marL="2743200" algn="l">
              <a:lnSpc>
                <a:spcPct val="100000"/>
              </a:lnSpc>
              <a:spcBef>
                <a:spcPts val="280"/>
              </a:spcBef>
              <a:spcAft>
                <a:spcPts val="0"/>
              </a:spcAft>
              <a:buSzPts val="1400"/>
              <a:buNone/>
              <a:defRPr sz="1400">
                <a:solidFill>
                  <a:srgbClr val="888888"/>
                </a:solidFill>
              </a:defRPr>
            </a:lvl6pPr>
            <a:lvl7pPr indent="-228600" lvl="6" marL="3200400" algn="l">
              <a:lnSpc>
                <a:spcPct val="100000"/>
              </a:lnSpc>
              <a:spcBef>
                <a:spcPts val="280"/>
              </a:spcBef>
              <a:spcAft>
                <a:spcPts val="0"/>
              </a:spcAft>
              <a:buSzPts val="1400"/>
              <a:buNone/>
              <a:defRPr sz="1400">
                <a:solidFill>
                  <a:srgbClr val="888888"/>
                </a:solidFill>
              </a:defRPr>
            </a:lvl7pPr>
            <a:lvl8pPr indent="-228600" lvl="7" marL="3657600" algn="l">
              <a:lnSpc>
                <a:spcPct val="100000"/>
              </a:lnSpc>
              <a:spcBef>
                <a:spcPts val="280"/>
              </a:spcBef>
              <a:spcAft>
                <a:spcPts val="0"/>
              </a:spcAft>
              <a:buSzPts val="1400"/>
              <a:buNone/>
              <a:defRPr sz="1400">
                <a:solidFill>
                  <a:srgbClr val="888888"/>
                </a:solidFill>
              </a:defRPr>
            </a:lvl8pPr>
            <a:lvl9pPr indent="-228600" lvl="8" marL="4114800" algn="l">
              <a:lnSpc>
                <a:spcPct val="100000"/>
              </a:lnSpc>
              <a:spcBef>
                <a:spcPts val="280"/>
              </a:spcBef>
              <a:spcAft>
                <a:spcPts val="0"/>
              </a:spcAft>
              <a:buSzPts val="1400"/>
              <a:buNone/>
              <a:defRPr sz="1400">
                <a:solidFill>
                  <a:srgbClr val="888888"/>
                </a:solidFill>
              </a:defRPr>
            </a:lvl9pPr>
          </a:lstStyle>
          <a:p/>
        </p:txBody>
      </p:sp>
      <p:sp>
        <p:nvSpPr>
          <p:cNvPr id="21" name="Google Shape;21;p11"/>
          <p:cNvSpPr txBox="1"/>
          <p:nvPr>
            <p:ph idx="12" type="sldNum"/>
          </p:nvPr>
        </p:nvSpPr>
        <p:spPr>
          <a:xfrm>
            <a:off x="1" y="6387664"/>
            <a:ext cx="609600" cy="3942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US"/>
              <a:t>‹#›</a:t>
            </a:fld>
            <a:endParaRPr/>
          </a:p>
        </p:txBody>
      </p:sp>
      <p:sp>
        <p:nvSpPr>
          <p:cNvPr id="22" name="Google Shape;22;p11"/>
          <p:cNvSpPr txBox="1"/>
          <p:nvPr>
            <p:ph idx="11" type="ftr"/>
          </p:nvPr>
        </p:nvSpPr>
        <p:spPr>
          <a:xfrm>
            <a:off x="625475" y="6400800"/>
            <a:ext cx="6807300" cy="304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0" sz="16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extLst>
    <p:ext uri="{DCECCB84-F9BA-43D5-87BE-67443E8EF086}">
      <p15:sldGuideLst>
        <p15:guide id="1" pos="4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Caption">
  <p:cSld name="PhotoCaption">
    <p:spTree>
      <p:nvGrpSpPr>
        <p:cNvPr id="23" name="Shape 23"/>
        <p:cNvGrpSpPr/>
        <p:nvPr/>
      </p:nvGrpSpPr>
      <p:grpSpPr>
        <a:xfrm>
          <a:off x="0" y="0"/>
          <a:ext cx="0" cy="0"/>
          <a:chOff x="0" y="0"/>
          <a:chExt cx="0" cy="0"/>
        </a:xfrm>
      </p:grpSpPr>
      <p:sp>
        <p:nvSpPr>
          <p:cNvPr id="24" name="Google Shape;24;p12"/>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2"/>
          <p:cNvSpPr txBox="1"/>
          <p:nvPr>
            <p:ph idx="12" type="sldNum"/>
          </p:nvPr>
        </p:nvSpPr>
        <p:spPr>
          <a:xfrm>
            <a:off x="1" y="6387664"/>
            <a:ext cx="609600" cy="3942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US"/>
              <a:t>‹#›</a:t>
            </a:fld>
            <a:endParaRPr/>
          </a:p>
        </p:txBody>
      </p:sp>
      <p:sp>
        <p:nvSpPr>
          <p:cNvPr id="26" name="Google Shape;26;p12"/>
          <p:cNvSpPr txBox="1"/>
          <p:nvPr>
            <p:ph idx="11" type="ftr"/>
          </p:nvPr>
        </p:nvSpPr>
        <p:spPr>
          <a:xfrm>
            <a:off x="609600" y="6400800"/>
            <a:ext cx="6807300" cy="304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2"/>
          <p:cNvSpPr/>
          <p:nvPr>
            <p:ph idx="2" type="pic"/>
          </p:nvPr>
        </p:nvSpPr>
        <p:spPr>
          <a:xfrm>
            <a:off x="609600" y="1524000"/>
            <a:ext cx="7823100" cy="4648200"/>
          </a:xfrm>
          <a:prstGeom prst="rect">
            <a:avLst/>
          </a:prstGeom>
          <a:noFill/>
          <a:ln>
            <a:noFill/>
          </a:ln>
        </p:spPr>
      </p:sp>
      <p:sp>
        <p:nvSpPr>
          <p:cNvPr id="28" name="Google Shape;28;p12"/>
          <p:cNvSpPr txBox="1"/>
          <p:nvPr>
            <p:ph idx="1" type="body"/>
          </p:nvPr>
        </p:nvSpPr>
        <p:spPr>
          <a:xfrm>
            <a:off x="8737600" y="1524000"/>
            <a:ext cx="2844900" cy="4648200"/>
          </a:xfrm>
          <a:prstGeom prst="rect">
            <a:avLst/>
          </a:prstGeom>
          <a:noFill/>
          <a:ln>
            <a:noFill/>
          </a:ln>
        </p:spPr>
        <p:txBody>
          <a:bodyPr anchorCtr="0" anchor="t" bIns="45700" lIns="91425" spcFirstLastPara="1" rIns="91425" wrap="square" tIns="45700">
            <a:normAutofit/>
          </a:bodyPr>
          <a:lstStyle>
            <a:lvl1pPr indent="-228600" lvl="0" marL="457200" algn="l">
              <a:lnSpc>
                <a:spcPct val="95000"/>
              </a:lnSpc>
              <a:spcBef>
                <a:spcPts val="1200"/>
              </a:spcBef>
              <a:spcAft>
                <a:spcPts val="0"/>
              </a:spcAft>
              <a:buSzPts val="2000"/>
              <a:buFont typeface="Verdana"/>
              <a:buNone/>
              <a:defRPr sz="2000"/>
            </a:lvl1pPr>
            <a:lvl2pPr indent="-342900" lvl="1" marL="914400" algn="l">
              <a:lnSpc>
                <a:spcPct val="95000"/>
              </a:lnSpc>
              <a:spcBef>
                <a:spcPts val="600"/>
              </a:spcBef>
              <a:spcAft>
                <a:spcPts val="0"/>
              </a:spcAft>
              <a:buSzPts val="1800"/>
              <a:buChar char="─"/>
              <a:defRPr sz="1800"/>
            </a:lvl2pPr>
            <a:lvl3pPr indent="-330200" lvl="2" marL="1371600" algn="l">
              <a:lnSpc>
                <a:spcPct val="95000"/>
              </a:lnSpc>
              <a:spcBef>
                <a:spcPts val="600"/>
              </a:spcBef>
              <a:spcAft>
                <a:spcPts val="0"/>
              </a:spcAft>
              <a:buSzPts val="1600"/>
              <a:buChar char="▪"/>
              <a:defRPr sz="1600"/>
            </a:lvl3pPr>
            <a:lvl4pPr indent="-317500" lvl="3" marL="1828800" algn="l">
              <a:lnSpc>
                <a:spcPct val="95000"/>
              </a:lnSpc>
              <a:spcBef>
                <a:spcPts val="600"/>
              </a:spcBef>
              <a:spcAft>
                <a:spcPts val="0"/>
              </a:spcAft>
              <a:buSzPts val="1400"/>
              <a:buChar char="o"/>
              <a:defRPr sz="1400"/>
            </a:lvl4pPr>
            <a:lvl5pPr indent="-317500" lvl="4" marL="2286000" algn="l">
              <a:lnSpc>
                <a:spcPct val="95000"/>
              </a:lnSpc>
              <a:spcBef>
                <a:spcPts val="600"/>
              </a:spcBef>
              <a:spcAft>
                <a:spcPts val="0"/>
              </a:spcAft>
              <a:buSzPts val="1400"/>
              <a:buChar char="•"/>
              <a:defRPr sz="14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type="obj">
  <p:cSld name="OBJECT">
    <p:spTree>
      <p:nvGrpSpPr>
        <p:cNvPr id="29" name="Shape 29"/>
        <p:cNvGrpSpPr/>
        <p:nvPr/>
      </p:nvGrpSpPr>
      <p:grpSpPr>
        <a:xfrm>
          <a:off x="0" y="0"/>
          <a:ext cx="0" cy="0"/>
          <a:chOff x="0" y="0"/>
          <a:chExt cx="0" cy="0"/>
        </a:xfrm>
      </p:grpSpPr>
      <p:sp>
        <p:nvSpPr>
          <p:cNvPr id="30" name="Google Shape;30;p13"/>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3"/>
          <p:cNvSpPr txBox="1"/>
          <p:nvPr>
            <p:ph idx="1" type="body"/>
          </p:nvPr>
        </p:nvSpPr>
        <p:spPr>
          <a:xfrm>
            <a:off x="609600" y="1524000"/>
            <a:ext cx="10972800" cy="4648200"/>
          </a:xfrm>
          <a:prstGeom prst="rect">
            <a:avLst/>
          </a:prstGeom>
          <a:noFill/>
          <a:ln>
            <a:noFill/>
          </a:ln>
        </p:spPr>
        <p:txBody>
          <a:bodyPr anchorCtr="0" anchor="t" bIns="45700" lIns="91425" spcFirstLastPara="1" rIns="91425" wrap="square" tIns="45700">
            <a:normAutofit/>
          </a:bodyPr>
          <a:lstStyle>
            <a:lvl1pPr indent="-342900" lvl="0" marL="457200" algn="l">
              <a:lnSpc>
                <a:spcPct val="95000"/>
              </a:lnSpc>
              <a:spcBef>
                <a:spcPts val="1200"/>
              </a:spcBef>
              <a:spcAft>
                <a:spcPts val="0"/>
              </a:spcAft>
              <a:buSzPts val="1800"/>
              <a:buChar char="•"/>
              <a:defRPr/>
            </a:lvl1pPr>
            <a:lvl2pPr indent="-342900" lvl="1" marL="914400" algn="l">
              <a:lnSpc>
                <a:spcPct val="95000"/>
              </a:lnSpc>
              <a:spcBef>
                <a:spcPts val="600"/>
              </a:spcBef>
              <a:spcAft>
                <a:spcPts val="0"/>
              </a:spcAft>
              <a:buSzPts val="1800"/>
              <a:buChar char="─"/>
              <a:defRPr/>
            </a:lvl2pPr>
            <a:lvl3pPr indent="-342900" lvl="2" marL="1371600" algn="l">
              <a:lnSpc>
                <a:spcPct val="95000"/>
              </a:lnSpc>
              <a:spcBef>
                <a:spcPts val="600"/>
              </a:spcBef>
              <a:spcAft>
                <a:spcPts val="0"/>
              </a:spcAft>
              <a:buSzPts val="1800"/>
              <a:buChar char="▪"/>
              <a:defRPr/>
            </a:lvl3pPr>
            <a:lvl4pPr indent="-342900" lvl="3" marL="1828800" algn="l">
              <a:lnSpc>
                <a:spcPct val="95000"/>
              </a:lnSpc>
              <a:spcBef>
                <a:spcPts val="600"/>
              </a:spcBef>
              <a:spcAft>
                <a:spcPts val="0"/>
              </a:spcAft>
              <a:buSzPts val="1800"/>
              <a:buChar char="o"/>
              <a:defRPr/>
            </a:lvl4pPr>
            <a:lvl5pPr indent="-342900" lvl="4" marL="2286000" algn="l">
              <a:lnSpc>
                <a:spcPct val="95000"/>
              </a:lnSpc>
              <a:spcBef>
                <a:spcPts val="60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32" name="Google Shape;32;p13"/>
          <p:cNvSpPr txBox="1"/>
          <p:nvPr>
            <p:ph idx="11" type="ftr"/>
          </p:nvPr>
        </p:nvSpPr>
        <p:spPr>
          <a:xfrm>
            <a:off x="609600" y="6400800"/>
            <a:ext cx="6807300" cy="304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3"/>
          <p:cNvSpPr txBox="1"/>
          <p:nvPr>
            <p:ph idx="12" type="sldNum"/>
          </p:nvPr>
        </p:nvSpPr>
        <p:spPr>
          <a:xfrm>
            <a:off x="1" y="6387664"/>
            <a:ext cx="609600" cy="3942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4" name="Shape 34"/>
        <p:cNvGrpSpPr/>
        <p:nvPr/>
      </p:nvGrpSpPr>
      <p:grpSpPr>
        <a:xfrm>
          <a:off x="0" y="0"/>
          <a:ext cx="0" cy="0"/>
          <a:chOff x="0" y="0"/>
          <a:chExt cx="0" cy="0"/>
        </a:xfrm>
      </p:grpSpPr>
      <p:sp>
        <p:nvSpPr>
          <p:cNvPr id="35" name="Google Shape;35;p14"/>
          <p:cNvSpPr txBox="1"/>
          <p:nvPr>
            <p:ph type="title"/>
          </p:nvPr>
        </p:nvSpPr>
        <p:spPr>
          <a:xfrm>
            <a:off x="609600" y="76200"/>
            <a:ext cx="11074500" cy="1066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262626"/>
              </a:buClr>
              <a:buSzPts val="3200"/>
              <a:buFont typeface="Verdana"/>
              <a:buNone/>
              <a:defRPr b="1"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4"/>
          <p:cNvSpPr txBox="1"/>
          <p:nvPr>
            <p:ph idx="1" type="body"/>
          </p:nvPr>
        </p:nvSpPr>
        <p:spPr>
          <a:xfrm>
            <a:off x="4523709" y="1524001"/>
            <a:ext cx="7058700" cy="4648200"/>
          </a:xfrm>
          <a:prstGeom prst="rect">
            <a:avLst/>
          </a:prstGeom>
          <a:noFill/>
          <a:ln>
            <a:noFill/>
          </a:ln>
        </p:spPr>
        <p:txBody>
          <a:bodyPr anchorCtr="0" anchor="t" bIns="45700" lIns="91425" spcFirstLastPara="1" rIns="91425" wrap="square" tIns="45700">
            <a:normAutofit/>
          </a:bodyPr>
          <a:lstStyle>
            <a:lvl1pPr indent="-381000" lvl="0" marL="457200" algn="l">
              <a:lnSpc>
                <a:spcPct val="95000"/>
              </a:lnSpc>
              <a:spcBef>
                <a:spcPts val="1200"/>
              </a:spcBef>
              <a:spcAft>
                <a:spcPts val="0"/>
              </a:spcAft>
              <a:buSzPts val="2400"/>
              <a:buChar char="•"/>
              <a:defRPr sz="2400"/>
            </a:lvl1pPr>
            <a:lvl2pPr indent="-368300" lvl="1" marL="914400" algn="l">
              <a:lnSpc>
                <a:spcPct val="95000"/>
              </a:lnSpc>
              <a:spcBef>
                <a:spcPts val="600"/>
              </a:spcBef>
              <a:spcAft>
                <a:spcPts val="0"/>
              </a:spcAft>
              <a:buSzPts val="2200"/>
              <a:buChar char="─"/>
              <a:defRPr sz="2200"/>
            </a:lvl2pPr>
            <a:lvl3pPr indent="-355600" lvl="2" marL="1371600" algn="l">
              <a:lnSpc>
                <a:spcPct val="95000"/>
              </a:lnSpc>
              <a:spcBef>
                <a:spcPts val="600"/>
              </a:spcBef>
              <a:spcAft>
                <a:spcPts val="0"/>
              </a:spcAft>
              <a:buSzPts val="2000"/>
              <a:buChar char="▪"/>
              <a:defRPr sz="2000"/>
            </a:lvl3pPr>
            <a:lvl4pPr indent="-342900" lvl="3" marL="1828800" algn="l">
              <a:lnSpc>
                <a:spcPct val="95000"/>
              </a:lnSpc>
              <a:spcBef>
                <a:spcPts val="600"/>
              </a:spcBef>
              <a:spcAft>
                <a:spcPts val="0"/>
              </a:spcAft>
              <a:buSzPts val="1800"/>
              <a:buChar char="o"/>
              <a:defRPr sz="1800"/>
            </a:lvl4pPr>
            <a:lvl5pPr indent="-342900" lvl="4" marL="2286000" algn="l">
              <a:lnSpc>
                <a:spcPct val="95000"/>
              </a:lnSpc>
              <a:spcBef>
                <a:spcPts val="600"/>
              </a:spcBef>
              <a:spcAft>
                <a:spcPts val="0"/>
              </a:spcAft>
              <a:buSzPts val="1800"/>
              <a:buChar char="•"/>
              <a:defRPr sz="1800"/>
            </a:lvl5pPr>
            <a:lvl6pPr indent="-355600" lvl="5" marL="2743200" algn="l">
              <a:lnSpc>
                <a:spcPct val="100000"/>
              </a:lnSpc>
              <a:spcBef>
                <a:spcPts val="400"/>
              </a:spcBef>
              <a:spcAft>
                <a:spcPts val="0"/>
              </a:spcAft>
              <a:buSzPts val="2000"/>
              <a:buChar char="•"/>
              <a:defRPr sz="2000"/>
            </a:lvl6pPr>
            <a:lvl7pPr indent="-355600" lvl="6" marL="3200400" algn="l">
              <a:lnSpc>
                <a:spcPct val="100000"/>
              </a:lnSpc>
              <a:spcBef>
                <a:spcPts val="400"/>
              </a:spcBef>
              <a:spcAft>
                <a:spcPts val="0"/>
              </a:spcAft>
              <a:buSzPts val="2000"/>
              <a:buChar char="•"/>
              <a:defRPr sz="2000"/>
            </a:lvl7pPr>
            <a:lvl8pPr indent="-355600" lvl="7" marL="3657600" algn="l">
              <a:lnSpc>
                <a:spcPct val="100000"/>
              </a:lnSpc>
              <a:spcBef>
                <a:spcPts val="400"/>
              </a:spcBef>
              <a:spcAft>
                <a:spcPts val="0"/>
              </a:spcAft>
              <a:buSzPts val="2000"/>
              <a:buChar char="•"/>
              <a:defRPr sz="2000"/>
            </a:lvl8pPr>
            <a:lvl9pPr indent="-355600" lvl="8" marL="4114800" algn="l">
              <a:lnSpc>
                <a:spcPct val="100000"/>
              </a:lnSpc>
              <a:spcBef>
                <a:spcPts val="400"/>
              </a:spcBef>
              <a:spcAft>
                <a:spcPts val="0"/>
              </a:spcAft>
              <a:buSzPts val="2000"/>
              <a:buChar char="•"/>
              <a:defRPr sz="2000"/>
            </a:lvl9pPr>
          </a:lstStyle>
          <a:p/>
        </p:txBody>
      </p:sp>
      <p:sp>
        <p:nvSpPr>
          <p:cNvPr id="37" name="Google Shape;37;p14"/>
          <p:cNvSpPr txBox="1"/>
          <p:nvPr>
            <p:ph idx="2" type="body"/>
          </p:nvPr>
        </p:nvSpPr>
        <p:spPr>
          <a:xfrm>
            <a:off x="591890" y="1524000"/>
            <a:ext cx="3564900" cy="4648200"/>
          </a:xfrm>
          <a:prstGeom prst="rect">
            <a:avLst/>
          </a:prstGeom>
          <a:noFill/>
          <a:ln>
            <a:noFill/>
          </a:ln>
        </p:spPr>
        <p:txBody>
          <a:bodyPr anchorCtr="0" anchor="t" bIns="45700" lIns="91425" spcFirstLastPara="1" rIns="91425" wrap="square" tIns="45700">
            <a:normAutofit/>
          </a:bodyPr>
          <a:lstStyle>
            <a:lvl1pPr indent="-228600" lvl="0" marL="457200" algn="l">
              <a:lnSpc>
                <a:spcPct val="95000"/>
              </a:lnSpc>
              <a:spcBef>
                <a:spcPts val="1200"/>
              </a:spcBef>
              <a:spcAft>
                <a:spcPts val="0"/>
              </a:spcAft>
              <a:buSzPts val="2000"/>
              <a:buNone/>
              <a:defRPr sz="2000">
                <a:solidFill>
                  <a:schemeClr val="dk2"/>
                </a:solidFill>
              </a:defRPr>
            </a:lvl1pPr>
            <a:lvl2pPr indent="-228600" lvl="1" marL="914400" algn="l">
              <a:lnSpc>
                <a:spcPct val="95000"/>
              </a:lnSpc>
              <a:spcBef>
                <a:spcPts val="600"/>
              </a:spcBef>
              <a:spcAft>
                <a:spcPts val="0"/>
              </a:spcAft>
              <a:buSzPts val="1200"/>
              <a:buNone/>
              <a:defRPr sz="1200"/>
            </a:lvl2pPr>
            <a:lvl3pPr indent="-228600" lvl="2" marL="1371600" algn="l">
              <a:lnSpc>
                <a:spcPct val="95000"/>
              </a:lnSpc>
              <a:spcBef>
                <a:spcPts val="600"/>
              </a:spcBef>
              <a:spcAft>
                <a:spcPts val="0"/>
              </a:spcAft>
              <a:buSzPts val="1000"/>
              <a:buNone/>
              <a:defRPr sz="1000"/>
            </a:lvl3pPr>
            <a:lvl4pPr indent="-228600" lvl="3" marL="1828800" algn="l">
              <a:lnSpc>
                <a:spcPct val="95000"/>
              </a:lnSpc>
              <a:spcBef>
                <a:spcPts val="600"/>
              </a:spcBef>
              <a:spcAft>
                <a:spcPts val="0"/>
              </a:spcAft>
              <a:buSzPts val="900"/>
              <a:buNone/>
              <a:defRPr sz="900"/>
            </a:lvl4pPr>
            <a:lvl5pPr indent="-228600" lvl="4" marL="2286000" algn="l">
              <a:lnSpc>
                <a:spcPct val="95000"/>
              </a:lnSpc>
              <a:spcBef>
                <a:spcPts val="600"/>
              </a:spcBef>
              <a:spcAft>
                <a:spcPts val="0"/>
              </a:spcAft>
              <a:buSzPts val="900"/>
              <a:buNone/>
              <a:defRPr sz="900"/>
            </a:lvl5pPr>
            <a:lvl6pPr indent="-228600" lvl="5" marL="2743200" algn="l">
              <a:lnSpc>
                <a:spcPct val="100000"/>
              </a:lnSpc>
              <a:spcBef>
                <a:spcPts val="180"/>
              </a:spcBef>
              <a:spcAft>
                <a:spcPts val="0"/>
              </a:spcAft>
              <a:buSzPts val="900"/>
              <a:buNone/>
              <a:defRPr sz="900"/>
            </a:lvl6pPr>
            <a:lvl7pPr indent="-228600" lvl="6" marL="3200400" algn="l">
              <a:lnSpc>
                <a:spcPct val="100000"/>
              </a:lnSpc>
              <a:spcBef>
                <a:spcPts val="180"/>
              </a:spcBef>
              <a:spcAft>
                <a:spcPts val="0"/>
              </a:spcAft>
              <a:buSzPts val="900"/>
              <a:buNone/>
              <a:defRPr sz="900"/>
            </a:lvl7pPr>
            <a:lvl8pPr indent="-228600" lvl="7" marL="3657600" algn="l">
              <a:lnSpc>
                <a:spcPct val="100000"/>
              </a:lnSpc>
              <a:spcBef>
                <a:spcPts val="180"/>
              </a:spcBef>
              <a:spcAft>
                <a:spcPts val="0"/>
              </a:spcAft>
              <a:buSzPts val="900"/>
              <a:buNone/>
              <a:defRPr sz="900"/>
            </a:lvl8pPr>
            <a:lvl9pPr indent="-228600" lvl="8" marL="4114800" algn="l">
              <a:lnSpc>
                <a:spcPct val="100000"/>
              </a:lnSpc>
              <a:spcBef>
                <a:spcPts val="180"/>
              </a:spcBef>
              <a:spcAft>
                <a:spcPts val="0"/>
              </a:spcAft>
              <a:buSzPts val="900"/>
              <a:buNone/>
              <a:defRPr sz="900"/>
            </a:lvl9pPr>
          </a:lstStyle>
          <a:p/>
        </p:txBody>
      </p:sp>
      <p:sp>
        <p:nvSpPr>
          <p:cNvPr id="38" name="Google Shape;38;p14"/>
          <p:cNvSpPr txBox="1"/>
          <p:nvPr>
            <p:ph idx="12" type="sldNum"/>
          </p:nvPr>
        </p:nvSpPr>
        <p:spPr>
          <a:xfrm>
            <a:off x="1" y="6387664"/>
            <a:ext cx="609600" cy="3942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US"/>
              <a:t>‹#›</a:t>
            </a:fld>
            <a:endParaRPr/>
          </a:p>
        </p:txBody>
      </p:sp>
      <p:cxnSp>
        <p:nvCxnSpPr>
          <p:cNvPr id="39" name="Google Shape;39;p14"/>
          <p:cNvCxnSpPr/>
          <p:nvPr/>
        </p:nvCxnSpPr>
        <p:spPr>
          <a:xfrm rot="5400000">
            <a:off x="2447156" y="3581143"/>
            <a:ext cx="3810000" cy="2100"/>
          </a:xfrm>
          <a:prstGeom prst="straightConnector1">
            <a:avLst/>
          </a:prstGeom>
          <a:noFill/>
          <a:ln cap="flat" cmpd="sng" w="15875">
            <a:solidFill>
              <a:srgbClr val="B5B5B5"/>
            </a:solidFill>
            <a:prstDash val="solid"/>
            <a:round/>
            <a:headEnd len="sm" w="sm" type="none"/>
            <a:tailEnd len="sm" w="sm" type="none"/>
          </a:ln>
        </p:spPr>
      </p:cxnSp>
      <p:sp>
        <p:nvSpPr>
          <p:cNvPr id="40" name="Google Shape;40;p14"/>
          <p:cNvSpPr txBox="1"/>
          <p:nvPr>
            <p:ph idx="11" type="ftr"/>
          </p:nvPr>
        </p:nvSpPr>
        <p:spPr>
          <a:xfrm>
            <a:off x="609600" y="6400800"/>
            <a:ext cx="6807300" cy="304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Red" showMasterSp="0">
  <p:cSld name="BlankRed">
    <p:bg>
      <p:bgPr>
        <a:solidFill>
          <a:schemeClr val="lt2"/>
        </a:solidFill>
      </p:bgPr>
    </p:bg>
    <p:spTree>
      <p:nvGrpSpPr>
        <p:cNvPr id="41" name="Shape 41"/>
        <p:cNvGrpSpPr/>
        <p:nvPr/>
      </p:nvGrpSpPr>
      <p:grpSpPr>
        <a:xfrm>
          <a:off x="0" y="0"/>
          <a:ext cx="0" cy="0"/>
          <a:chOff x="0" y="0"/>
          <a:chExt cx="0" cy="0"/>
        </a:xfrm>
      </p:grpSpPr>
      <p:pic>
        <p:nvPicPr>
          <p:cNvPr id="42" name="Google Shape;42;p15"/>
          <p:cNvPicPr preferRelativeResize="0"/>
          <p:nvPr/>
        </p:nvPicPr>
        <p:blipFill rotWithShape="1">
          <a:blip r:embed="rId2">
            <a:alphaModFix amt="10000"/>
          </a:blip>
          <a:srcRect b="0" l="0" r="0" t="0"/>
          <a:stretch/>
        </p:blipFill>
        <p:spPr>
          <a:xfrm>
            <a:off x="4009882" y="1342882"/>
            <a:ext cx="4172236" cy="4172236"/>
          </a:xfrm>
          <a:prstGeom prst="rect">
            <a:avLst/>
          </a:prstGeom>
          <a:noFill/>
          <a:ln>
            <a:noFill/>
          </a:ln>
          <a:effectLst>
            <a:outerShdw blurRad="50800" rotWithShape="0" algn="ctr">
              <a:srgbClr val="000000"/>
            </a:outerShdw>
          </a:effectLs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43" name="Shape 43"/>
        <p:cNvGrpSpPr/>
        <p:nvPr/>
      </p:nvGrpSpPr>
      <p:grpSpPr>
        <a:xfrm>
          <a:off x="0" y="0"/>
          <a:ext cx="0" cy="0"/>
          <a:chOff x="0" y="0"/>
          <a:chExt cx="0" cy="0"/>
        </a:xfrm>
      </p:grpSpPr>
      <p:pic>
        <p:nvPicPr>
          <p:cNvPr descr="greyWatermark-20.png" id="44" name="Google Shape;44;p16"/>
          <p:cNvPicPr preferRelativeResize="0"/>
          <p:nvPr/>
        </p:nvPicPr>
        <p:blipFill rotWithShape="1">
          <a:blip r:embed="rId2">
            <a:alphaModFix/>
          </a:blip>
          <a:srcRect b="0" l="0" r="0" t="0"/>
          <a:stretch/>
        </p:blipFill>
        <p:spPr>
          <a:xfrm>
            <a:off x="7949092" y="2703302"/>
            <a:ext cx="4242908" cy="4154698"/>
          </a:xfrm>
          <a:prstGeom prst="rect">
            <a:avLst/>
          </a:prstGeom>
          <a:noFill/>
          <a:ln>
            <a:noFill/>
          </a:ln>
        </p:spPr>
      </p:pic>
      <p:sp>
        <p:nvSpPr>
          <p:cNvPr id="45" name="Google Shape;45;p16"/>
          <p:cNvSpPr txBox="1"/>
          <p:nvPr>
            <p:ph type="ctrTitle"/>
          </p:nvPr>
        </p:nvSpPr>
        <p:spPr>
          <a:xfrm>
            <a:off x="609600" y="2537925"/>
            <a:ext cx="9144000" cy="15240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262626"/>
              </a:buClr>
              <a:buSzPts val="4000"/>
              <a:buFont typeface="Verdana"/>
              <a:buNone/>
              <a:defRPr b="1"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6"/>
          <p:cNvSpPr txBox="1"/>
          <p:nvPr>
            <p:ph idx="1" type="subTitle"/>
          </p:nvPr>
        </p:nvSpPr>
        <p:spPr>
          <a:xfrm>
            <a:off x="609600" y="4293573"/>
            <a:ext cx="9144000" cy="990600"/>
          </a:xfrm>
          <a:prstGeom prst="rect">
            <a:avLst/>
          </a:prstGeom>
          <a:noFill/>
          <a:ln>
            <a:noFill/>
          </a:ln>
        </p:spPr>
        <p:txBody>
          <a:bodyPr anchorCtr="0" anchor="t" bIns="45700" lIns="91425" spcFirstLastPara="1" rIns="91425" wrap="square" tIns="45700">
            <a:normAutofit/>
          </a:bodyPr>
          <a:lstStyle>
            <a:lvl1pPr lvl="0" algn="l">
              <a:lnSpc>
                <a:spcPct val="95000"/>
              </a:lnSpc>
              <a:spcBef>
                <a:spcPts val="1200"/>
              </a:spcBef>
              <a:spcAft>
                <a:spcPts val="0"/>
              </a:spcAft>
              <a:buSzPts val="2800"/>
              <a:buNone/>
              <a:defRPr sz="2800">
                <a:solidFill>
                  <a:schemeClr val="dk2"/>
                </a:solidFill>
              </a:defRPr>
            </a:lvl1pPr>
            <a:lvl2pPr lvl="1" algn="ctr">
              <a:lnSpc>
                <a:spcPct val="95000"/>
              </a:lnSpc>
              <a:spcBef>
                <a:spcPts val="600"/>
              </a:spcBef>
              <a:spcAft>
                <a:spcPts val="0"/>
              </a:spcAft>
              <a:buSzPts val="2000"/>
              <a:buNone/>
              <a:defRPr>
                <a:solidFill>
                  <a:srgbClr val="888888"/>
                </a:solidFill>
              </a:defRPr>
            </a:lvl2pPr>
            <a:lvl3pPr lvl="2" algn="ctr">
              <a:lnSpc>
                <a:spcPct val="95000"/>
              </a:lnSpc>
              <a:spcBef>
                <a:spcPts val="600"/>
              </a:spcBef>
              <a:spcAft>
                <a:spcPts val="0"/>
              </a:spcAft>
              <a:buSzPts val="1800"/>
              <a:buNone/>
              <a:defRPr>
                <a:solidFill>
                  <a:srgbClr val="888888"/>
                </a:solidFill>
              </a:defRPr>
            </a:lvl3pPr>
            <a:lvl4pPr lvl="3" algn="ctr">
              <a:lnSpc>
                <a:spcPct val="95000"/>
              </a:lnSpc>
              <a:spcBef>
                <a:spcPts val="600"/>
              </a:spcBef>
              <a:spcAft>
                <a:spcPts val="0"/>
              </a:spcAft>
              <a:buSzPts val="1600"/>
              <a:buNone/>
              <a:defRPr>
                <a:solidFill>
                  <a:srgbClr val="888888"/>
                </a:solidFill>
              </a:defRPr>
            </a:lvl4pPr>
            <a:lvl5pPr lvl="4" algn="ctr">
              <a:lnSpc>
                <a:spcPct val="95000"/>
              </a:lnSpc>
              <a:spcBef>
                <a:spcPts val="600"/>
              </a:spcBef>
              <a:spcAft>
                <a:spcPts val="0"/>
              </a:spcAft>
              <a:buSzPts val="1600"/>
              <a:buNone/>
              <a:defRPr>
                <a:solidFill>
                  <a:srgbClr val="888888"/>
                </a:solidFill>
              </a:defRPr>
            </a:lvl5pPr>
            <a:lvl6pPr lvl="5" algn="ctr">
              <a:lnSpc>
                <a:spcPct val="100000"/>
              </a:lnSpc>
              <a:spcBef>
                <a:spcPts val="320"/>
              </a:spcBef>
              <a:spcAft>
                <a:spcPts val="0"/>
              </a:spcAft>
              <a:buSzPts val="1600"/>
              <a:buNone/>
              <a:defRPr>
                <a:solidFill>
                  <a:srgbClr val="888888"/>
                </a:solidFill>
              </a:defRPr>
            </a:lvl6pPr>
            <a:lvl7pPr lvl="6" algn="ctr">
              <a:lnSpc>
                <a:spcPct val="100000"/>
              </a:lnSpc>
              <a:spcBef>
                <a:spcPts val="320"/>
              </a:spcBef>
              <a:spcAft>
                <a:spcPts val="0"/>
              </a:spcAft>
              <a:buSzPts val="1600"/>
              <a:buNone/>
              <a:defRPr>
                <a:solidFill>
                  <a:srgbClr val="888888"/>
                </a:solidFill>
              </a:defRPr>
            </a:lvl7pPr>
            <a:lvl8pPr lvl="7" algn="ctr">
              <a:lnSpc>
                <a:spcPct val="100000"/>
              </a:lnSpc>
              <a:spcBef>
                <a:spcPts val="320"/>
              </a:spcBef>
              <a:spcAft>
                <a:spcPts val="0"/>
              </a:spcAft>
              <a:buSzPts val="1600"/>
              <a:buNone/>
              <a:defRPr>
                <a:solidFill>
                  <a:srgbClr val="888888"/>
                </a:solidFill>
              </a:defRPr>
            </a:lvl8pPr>
            <a:lvl9pPr lvl="8" algn="ctr">
              <a:lnSpc>
                <a:spcPct val="100000"/>
              </a:lnSpc>
              <a:spcBef>
                <a:spcPts val="320"/>
              </a:spcBef>
              <a:spcAft>
                <a:spcPts val="0"/>
              </a:spcAft>
              <a:buSzPts val="1600"/>
              <a:buNone/>
              <a:defRPr>
                <a:solidFill>
                  <a:srgbClr val="888888"/>
                </a:solidFill>
              </a:defRPr>
            </a:lvl9pPr>
          </a:lstStyle>
          <a:p/>
        </p:txBody>
      </p:sp>
      <p:pic>
        <p:nvPicPr>
          <p:cNvPr id="47" name="Google Shape;47;p16"/>
          <p:cNvPicPr preferRelativeResize="0"/>
          <p:nvPr/>
        </p:nvPicPr>
        <p:blipFill rotWithShape="1">
          <a:blip r:embed="rId3">
            <a:alphaModFix/>
          </a:blip>
          <a:srcRect b="0" l="0" r="0" t="0"/>
          <a:stretch/>
        </p:blipFill>
        <p:spPr>
          <a:xfrm>
            <a:off x="711200" y="1102893"/>
            <a:ext cx="3383439" cy="872292"/>
          </a:xfrm>
          <a:prstGeom prst="rect">
            <a:avLst/>
          </a:prstGeom>
          <a:noFill/>
          <a:ln>
            <a:noFill/>
          </a:ln>
        </p:spPr>
      </p:pic>
    </p:spTree>
  </p:cSld>
  <p:clrMapOvr>
    <a:masterClrMapping/>
  </p:clrMapOvr>
  <p:extLst>
    <p:ext uri="{DCECCB84-F9BA-43D5-87BE-67443E8EF086}">
      <p15:sldGuideLst>
        <p15:guide id="1" pos="45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2" showMasterSp="0">
  <p:cSld name="Title2">
    <p:bg>
      <p:bgPr>
        <a:solidFill>
          <a:schemeClr val="lt2"/>
        </a:solidFill>
      </p:bgPr>
    </p:bg>
    <p:spTree>
      <p:nvGrpSpPr>
        <p:cNvPr id="48" name="Shape 48"/>
        <p:cNvGrpSpPr/>
        <p:nvPr/>
      </p:nvGrpSpPr>
      <p:grpSpPr>
        <a:xfrm>
          <a:off x="0" y="0"/>
          <a:ext cx="0" cy="0"/>
          <a:chOff x="0" y="0"/>
          <a:chExt cx="0" cy="0"/>
        </a:xfrm>
      </p:grpSpPr>
      <p:pic>
        <p:nvPicPr>
          <p:cNvPr id="49" name="Google Shape;49;p17"/>
          <p:cNvPicPr preferRelativeResize="0"/>
          <p:nvPr/>
        </p:nvPicPr>
        <p:blipFill rotWithShape="1">
          <a:blip r:embed="rId2">
            <a:alphaModFix amt="10000"/>
          </a:blip>
          <a:srcRect b="0" l="0" r="0" t="0"/>
          <a:stretch/>
        </p:blipFill>
        <p:spPr>
          <a:xfrm>
            <a:off x="8019764" y="2702755"/>
            <a:ext cx="4172236" cy="4172236"/>
          </a:xfrm>
          <a:prstGeom prst="rect">
            <a:avLst/>
          </a:prstGeom>
          <a:noFill/>
          <a:ln>
            <a:noFill/>
          </a:ln>
          <a:effectLst>
            <a:outerShdw blurRad="50800" rotWithShape="0" algn="ctr">
              <a:srgbClr val="000000"/>
            </a:outerShdw>
          </a:effectLst>
        </p:spPr>
      </p:pic>
      <p:sp>
        <p:nvSpPr>
          <p:cNvPr id="50" name="Google Shape;50;p17"/>
          <p:cNvSpPr txBox="1"/>
          <p:nvPr>
            <p:ph type="ctrTitle"/>
          </p:nvPr>
        </p:nvSpPr>
        <p:spPr>
          <a:xfrm>
            <a:off x="609600" y="2537925"/>
            <a:ext cx="9144000" cy="15240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1"/>
              </a:buClr>
              <a:buSzPts val="4000"/>
              <a:buFont typeface="Verdana"/>
              <a:buNone/>
              <a:defRPr b="1"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7"/>
          <p:cNvSpPr txBox="1"/>
          <p:nvPr>
            <p:ph idx="1" type="subTitle"/>
          </p:nvPr>
        </p:nvSpPr>
        <p:spPr>
          <a:xfrm>
            <a:off x="609600" y="4293573"/>
            <a:ext cx="9144000" cy="990600"/>
          </a:xfrm>
          <a:prstGeom prst="rect">
            <a:avLst/>
          </a:prstGeom>
          <a:noFill/>
          <a:ln>
            <a:noFill/>
          </a:ln>
        </p:spPr>
        <p:txBody>
          <a:bodyPr anchorCtr="0" anchor="t" bIns="45700" lIns="91425" spcFirstLastPara="1" rIns="91425" wrap="square" tIns="45700">
            <a:normAutofit/>
          </a:bodyPr>
          <a:lstStyle>
            <a:lvl1pPr lvl="0" algn="l">
              <a:lnSpc>
                <a:spcPct val="95000"/>
              </a:lnSpc>
              <a:spcBef>
                <a:spcPts val="1200"/>
              </a:spcBef>
              <a:spcAft>
                <a:spcPts val="0"/>
              </a:spcAft>
              <a:buSzPts val="2800"/>
              <a:buNone/>
              <a:defRPr sz="2800">
                <a:solidFill>
                  <a:schemeClr val="lt1"/>
                </a:solidFill>
              </a:defRPr>
            </a:lvl1pPr>
            <a:lvl2pPr lvl="1" algn="ctr">
              <a:lnSpc>
                <a:spcPct val="95000"/>
              </a:lnSpc>
              <a:spcBef>
                <a:spcPts val="600"/>
              </a:spcBef>
              <a:spcAft>
                <a:spcPts val="0"/>
              </a:spcAft>
              <a:buSzPts val="2000"/>
              <a:buNone/>
              <a:defRPr>
                <a:solidFill>
                  <a:srgbClr val="888888"/>
                </a:solidFill>
              </a:defRPr>
            </a:lvl2pPr>
            <a:lvl3pPr lvl="2" algn="ctr">
              <a:lnSpc>
                <a:spcPct val="95000"/>
              </a:lnSpc>
              <a:spcBef>
                <a:spcPts val="600"/>
              </a:spcBef>
              <a:spcAft>
                <a:spcPts val="0"/>
              </a:spcAft>
              <a:buSzPts val="1800"/>
              <a:buNone/>
              <a:defRPr>
                <a:solidFill>
                  <a:srgbClr val="888888"/>
                </a:solidFill>
              </a:defRPr>
            </a:lvl3pPr>
            <a:lvl4pPr lvl="3" algn="ctr">
              <a:lnSpc>
                <a:spcPct val="95000"/>
              </a:lnSpc>
              <a:spcBef>
                <a:spcPts val="600"/>
              </a:spcBef>
              <a:spcAft>
                <a:spcPts val="0"/>
              </a:spcAft>
              <a:buSzPts val="1600"/>
              <a:buNone/>
              <a:defRPr>
                <a:solidFill>
                  <a:srgbClr val="888888"/>
                </a:solidFill>
              </a:defRPr>
            </a:lvl4pPr>
            <a:lvl5pPr lvl="4" algn="ctr">
              <a:lnSpc>
                <a:spcPct val="95000"/>
              </a:lnSpc>
              <a:spcBef>
                <a:spcPts val="600"/>
              </a:spcBef>
              <a:spcAft>
                <a:spcPts val="0"/>
              </a:spcAft>
              <a:buSzPts val="1600"/>
              <a:buNone/>
              <a:defRPr>
                <a:solidFill>
                  <a:srgbClr val="888888"/>
                </a:solidFill>
              </a:defRPr>
            </a:lvl5pPr>
            <a:lvl6pPr lvl="5" algn="ctr">
              <a:lnSpc>
                <a:spcPct val="100000"/>
              </a:lnSpc>
              <a:spcBef>
                <a:spcPts val="320"/>
              </a:spcBef>
              <a:spcAft>
                <a:spcPts val="0"/>
              </a:spcAft>
              <a:buSzPts val="1600"/>
              <a:buNone/>
              <a:defRPr>
                <a:solidFill>
                  <a:srgbClr val="888888"/>
                </a:solidFill>
              </a:defRPr>
            </a:lvl6pPr>
            <a:lvl7pPr lvl="6" algn="ctr">
              <a:lnSpc>
                <a:spcPct val="100000"/>
              </a:lnSpc>
              <a:spcBef>
                <a:spcPts val="320"/>
              </a:spcBef>
              <a:spcAft>
                <a:spcPts val="0"/>
              </a:spcAft>
              <a:buSzPts val="1600"/>
              <a:buNone/>
              <a:defRPr>
                <a:solidFill>
                  <a:srgbClr val="888888"/>
                </a:solidFill>
              </a:defRPr>
            </a:lvl7pPr>
            <a:lvl8pPr lvl="7" algn="ctr">
              <a:lnSpc>
                <a:spcPct val="100000"/>
              </a:lnSpc>
              <a:spcBef>
                <a:spcPts val="320"/>
              </a:spcBef>
              <a:spcAft>
                <a:spcPts val="0"/>
              </a:spcAft>
              <a:buSzPts val="1600"/>
              <a:buNone/>
              <a:defRPr>
                <a:solidFill>
                  <a:srgbClr val="888888"/>
                </a:solidFill>
              </a:defRPr>
            </a:lvl8pPr>
            <a:lvl9pPr lvl="8" algn="ctr">
              <a:lnSpc>
                <a:spcPct val="100000"/>
              </a:lnSpc>
              <a:spcBef>
                <a:spcPts val="320"/>
              </a:spcBef>
              <a:spcAft>
                <a:spcPts val="0"/>
              </a:spcAft>
              <a:buSzPts val="1600"/>
              <a:buNone/>
              <a:defRPr>
                <a:solidFill>
                  <a:srgbClr val="888888"/>
                </a:solidFil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2" name="Shape 52"/>
        <p:cNvGrpSpPr/>
        <p:nvPr/>
      </p:nvGrpSpPr>
      <p:grpSpPr>
        <a:xfrm>
          <a:off x="0" y="0"/>
          <a:ext cx="0" cy="0"/>
          <a:chOff x="0" y="0"/>
          <a:chExt cx="0" cy="0"/>
        </a:xfrm>
      </p:grpSpPr>
      <p:sp>
        <p:nvSpPr>
          <p:cNvPr id="53" name="Google Shape;53;p18"/>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8"/>
          <p:cNvSpPr txBox="1"/>
          <p:nvPr>
            <p:ph idx="1" type="body"/>
          </p:nvPr>
        </p:nvSpPr>
        <p:spPr>
          <a:xfrm>
            <a:off x="1016000" y="1676400"/>
            <a:ext cx="4876800" cy="4495800"/>
          </a:xfrm>
          <a:prstGeom prst="rect">
            <a:avLst/>
          </a:prstGeom>
          <a:noFill/>
          <a:ln>
            <a:noFill/>
          </a:ln>
        </p:spPr>
        <p:txBody>
          <a:bodyPr anchorCtr="0" anchor="t" bIns="45700" lIns="91425" spcFirstLastPara="1" rIns="91425" wrap="square" tIns="45700">
            <a:normAutofit/>
          </a:bodyPr>
          <a:lstStyle>
            <a:lvl1pPr indent="-381000" lvl="0" marL="457200" algn="l">
              <a:lnSpc>
                <a:spcPct val="95000"/>
              </a:lnSpc>
              <a:spcBef>
                <a:spcPts val="1200"/>
              </a:spcBef>
              <a:spcAft>
                <a:spcPts val="0"/>
              </a:spcAft>
              <a:buSzPts val="2400"/>
              <a:buChar char="•"/>
              <a:defRPr sz="2400"/>
            </a:lvl1pPr>
            <a:lvl2pPr indent="-355600" lvl="1" marL="914400" algn="l">
              <a:lnSpc>
                <a:spcPct val="95000"/>
              </a:lnSpc>
              <a:spcBef>
                <a:spcPts val="600"/>
              </a:spcBef>
              <a:spcAft>
                <a:spcPts val="0"/>
              </a:spcAft>
              <a:buSzPts val="2000"/>
              <a:buChar char="─"/>
              <a:defRPr sz="2000"/>
            </a:lvl2pPr>
            <a:lvl3pPr indent="-342900" lvl="2" marL="1371600" algn="l">
              <a:lnSpc>
                <a:spcPct val="95000"/>
              </a:lnSpc>
              <a:spcBef>
                <a:spcPts val="600"/>
              </a:spcBef>
              <a:spcAft>
                <a:spcPts val="0"/>
              </a:spcAft>
              <a:buSzPts val="1800"/>
              <a:buChar char="▪"/>
              <a:defRPr sz="1800"/>
            </a:lvl3pPr>
            <a:lvl4pPr indent="-330200" lvl="3" marL="1828800" algn="l">
              <a:lnSpc>
                <a:spcPct val="95000"/>
              </a:lnSpc>
              <a:spcBef>
                <a:spcPts val="600"/>
              </a:spcBef>
              <a:spcAft>
                <a:spcPts val="0"/>
              </a:spcAft>
              <a:buSzPts val="1600"/>
              <a:buChar char="o"/>
              <a:defRPr sz="1600"/>
            </a:lvl4pPr>
            <a:lvl5pPr indent="-330200" lvl="4" marL="2286000" algn="l">
              <a:lnSpc>
                <a:spcPct val="95000"/>
              </a:lnSpc>
              <a:spcBef>
                <a:spcPts val="600"/>
              </a:spcBef>
              <a:spcAft>
                <a:spcPts val="0"/>
              </a:spcAft>
              <a:buSzPts val="1600"/>
              <a:buChar char="•"/>
              <a:defRPr sz="1600"/>
            </a:lvl5pPr>
            <a:lvl6pPr indent="-342900" lvl="5" marL="2743200" algn="l">
              <a:lnSpc>
                <a:spcPct val="100000"/>
              </a:lnSpc>
              <a:spcBef>
                <a:spcPts val="360"/>
              </a:spcBef>
              <a:spcAft>
                <a:spcPts val="0"/>
              </a:spcAft>
              <a:buSzPts val="1800"/>
              <a:buChar char="•"/>
              <a:defRPr sz="1800"/>
            </a:lvl6pPr>
            <a:lvl7pPr indent="-342900" lvl="6" marL="3200400" algn="l">
              <a:lnSpc>
                <a:spcPct val="100000"/>
              </a:lnSpc>
              <a:spcBef>
                <a:spcPts val="360"/>
              </a:spcBef>
              <a:spcAft>
                <a:spcPts val="0"/>
              </a:spcAft>
              <a:buSzPts val="1800"/>
              <a:buChar char="•"/>
              <a:defRPr sz="1800"/>
            </a:lvl7pPr>
            <a:lvl8pPr indent="-342900" lvl="7" marL="3657600" algn="l">
              <a:lnSpc>
                <a:spcPct val="100000"/>
              </a:lnSpc>
              <a:spcBef>
                <a:spcPts val="360"/>
              </a:spcBef>
              <a:spcAft>
                <a:spcPts val="0"/>
              </a:spcAft>
              <a:buSzPts val="1800"/>
              <a:buChar char="•"/>
              <a:defRPr sz="1800"/>
            </a:lvl8pPr>
            <a:lvl9pPr indent="-342900" lvl="8" marL="4114800" algn="l">
              <a:lnSpc>
                <a:spcPct val="100000"/>
              </a:lnSpc>
              <a:spcBef>
                <a:spcPts val="360"/>
              </a:spcBef>
              <a:spcAft>
                <a:spcPts val="0"/>
              </a:spcAft>
              <a:buSzPts val="1800"/>
              <a:buChar char="•"/>
              <a:defRPr sz="1800"/>
            </a:lvl9pPr>
          </a:lstStyle>
          <a:p/>
        </p:txBody>
      </p:sp>
      <p:sp>
        <p:nvSpPr>
          <p:cNvPr id="55" name="Google Shape;55;p18"/>
          <p:cNvSpPr txBox="1"/>
          <p:nvPr>
            <p:ph idx="2" type="body"/>
          </p:nvPr>
        </p:nvSpPr>
        <p:spPr>
          <a:xfrm>
            <a:off x="6197600" y="1676400"/>
            <a:ext cx="4876800" cy="4495800"/>
          </a:xfrm>
          <a:prstGeom prst="rect">
            <a:avLst/>
          </a:prstGeom>
          <a:noFill/>
          <a:ln>
            <a:noFill/>
          </a:ln>
        </p:spPr>
        <p:txBody>
          <a:bodyPr anchorCtr="0" anchor="t" bIns="45700" lIns="91425" spcFirstLastPara="1" rIns="91425" wrap="square" tIns="45700">
            <a:normAutofit/>
          </a:bodyPr>
          <a:lstStyle>
            <a:lvl1pPr indent="-381000" lvl="0" marL="457200" algn="l">
              <a:lnSpc>
                <a:spcPct val="95000"/>
              </a:lnSpc>
              <a:spcBef>
                <a:spcPts val="1200"/>
              </a:spcBef>
              <a:spcAft>
                <a:spcPts val="0"/>
              </a:spcAft>
              <a:buSzPts val="2400"/>
              <a:buChar char="•"/>
              <a:defRPr sz="2400"/>
            </a:lvl1pPr>
            <a:lvl2pPr indent="-355600" lvl="1" marL="914400" algn="l">
              <a:lnSpc>
                <a:spcPct val="95000"/>
              </a:lnSpc>
              <a:spcBef>
                <a:spcPts val="600"/>
              </a:spcBef>
              <a:spcAft>
                <a:spcPts val="0"/>
              </a:spcAft>
              <a:buSzPts val="2000"/>
              <a:buChar char="─"/>
              <a:defRPr sz="2000"/>
            </a:lvl2pPr>
            <a:lvl3pPr indent="-342900" lvl="2" marL="1371600" algn="l">
              <a:lnSpc>
                <a:spcPct val="95000"/>
              </a:lnSpc>
              <a:spcBef>
                <a:spcPts val="600"/>
              </a:spcBef>
              <a:spcAft>
                <a:spcPts val="0"/>
              </a:spcAft>
              <a:buSzPts val="1800"/>
              <a:buChar char="▪"/>
              <a:defRPr sz="1800"/>
            </a:lvl3pPr>
            <a:lvl4pPr indent="-330200" lvl="3" marL="1828800" algn="l">
              <a:lnSpc>
                <a:spcPct val="95000"/>
              </a:lnSpc>
              <a:spcBef>
                <a:spcPts val="600"/>
              </a:spcBef>
              <a:spcAft>
                <a:spcPts val="0"/>
              </a:spcAft>
              <a:buSzPts val="1600"/>
              <a:buChar char="o"/>
              <a:defRPr sz="1600"/>
            </a:lvl4pPr>
            <a:lvl5pPr indent="-330200" lvl="4" marL="2286000" algn="l">
              <a:lnSpc>
                <a:spcPct val="95000"/>
              </a:lnSpc>
              <a:spcBef>
                <a:spcPts val="600"/>
              </a:spcBef>
              <a:spcAft>
                <a:spcPts val="0"/>
              </a:spcAft>
              <a:buSzPts val="1600"/>
              <a:buChar char="•"/>
              <a:defRPr sz="1600"/>
            </a:lvl5pPr>
            <a:lvl6pPr indent="-342900" lvl="5" marL="2743200" algn="l">
              <a:lnSpc>
                <a:spcPct val="100000"/>
              </a:lnSpc>
              <a:spcBef>
                <a:spcPts val="360"/>
              </a:spcBef>
              <a:spcAft>
                <a:spcPts val="0"/>
              </a:spcAft>
              <a:buSzPts val="1800"/>
              <a:buChar char="•"/>
              <a:defRPr sz="1800"/>
            </a:lvl6pPr>
            <a:lvl7pPr indent="-342900" lvl="6" marL="3200400" algn="l">
              <a:lnSpc>
                <a:spcPct val="100000"/>
              </a:lnSpc>
              <a:spcBef>
                <a:spcPts val="360"/>
              </a:spcBef>
              <a:spcAft>
                <a:spcPts val="0"/>
              </a:spcAft>
              <a:buSzPts val="1800"/>
              <a:buChar char="•"/>
              <a:defRPr sz="1800"/>
            </a:lvl7pPr>
            <a:lvl8pPr indent="-342900" lvl="7" marL="3657600" algn="l">
              <a:lnSpc>
                <a:spcPct val="100000"/>
              </a:lnSpc>
              <a:spcBef>
                <a:spcPts val="360"/>
              </a:spcBef>
              <a:spcAft>
                <a:spcPts val="0"/>
              </a:spcAft>
              <a:buSzPts val="1800"/>
              <a:buChar char="•"/>
              <a:defRPr sz="1800"/>
            </a:lvl8pPr>
            <a:lvl9pPr indent="-342900" lvl="8" marL="4114800" algn="l">
              <a:lnSpc>
                <a:spcPct val="100000"/>
              </a:lnSpc>
              <a:spcBef>
                <a:spcPts val="360"/>
              </a:spcBef>
              <a:spcAft>
                <a:spcPts val="0"/>
              </a:spcAft>
              <a:buSzPts val="1800"/>
              <a:buChar char="•"/>
              <a:defRPr sz="1800"/>
            </a:lvl9pPr>
          </a:lstStyle>
          <a:p/>
        </p:txBody>
      </p:sp>
      <p:sp>
        <p:nvSpPr>
          <p:cNvPr id="56" name="Google Shape;56;p18"/>
          <p:cNvSpPr txBox="1"/>
          <p:nvPr>
            <p:ph idx="12" type="sldNum"/>
          </p:nvPr>
        </p:nvSpPr>
        <p:spPr>
          <a:xfrm>
            <a:off x="1" y="6387664"/>
            <a:ext cx="609600" cy="3942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US"/>
              <a:t>‹#›</a:t>
            </a:fld>
            <a:endParaRPr/>
          </a:p>
        </p:txBody>
      </p:sp>
      <p:sp>
        <p:nvSpPr>
          <p:cNvPr id="57" name="Google Shape;57;p18"/>
          <p:cNvSpPr txBox="1"/>
          <p:nvPr>
            <p:ph idx="11" type="ftr"/>
          </p:nvPr>
        </p:nvSpPr>
        <p:spPr>
          <a:xfrm>
            <a:off x="609600" y="6400800"/>
            <a:ext cx="6807300" cy="304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8" name="Shape 58"/>
        <p:cNvGrpSpPr/>
        <p:nvPr/>
      </p:nvGrpSpPr>
      <p:grpSpPr>
        <a:xfrm>
          <a:off x="0" y="0"/>
          <a:ext cx="0" cy="0"/>
          <a:chOff x="0" y="0"/>
          <a:chExt cx="0" cy="0"/>
        </a:xfrm>
      </p:grpSpPr>
      <p:sp>
        <p:nvSpPr>
          <p:cNvPr id="59" name="Google Shape;59;p19"/>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262626"/>
              </a:buClr>
              <a:buSzPts val="3200"/>
              <a:buFont typeface="Verdan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idx="1" type="body"/>
          </p:nvPr>
        </p:nvSpPr>
        <p:spPr>
          <a:xfrm>
            <a:off x="1016000" y="1496736"/>
            <a:ext cx="4876800" cy="639900"/>
          </a:xfrm>
          <a:prstGeom prst="rect">
            <a:avLst/>
          </a:prstGeom>
          <a:noFill/>
          <a:ln>
            <a:noFill/>
          </a:ln>
        </p:spPr>
        <p:txBody>
          <a:bodyPr anchorCtr="0" anchor="b" bIns="45700" lIns="91425" spcFirstLastPara="1" rIns="91425" wrap="square" tIns="45700">
            <a:noAutofit/>
          </a:bodyPr>
          <a:lstStyle>
            <a:lvl1pPr indent="-228600" lvl="0" marL="457200" algn="l">
              <a:lnSpc>
                <a:spcPct val="95000"/>
              </a:lnSpc>
              <a:spcBef>
                <a:spcPts val="1200"/>
              </a:spcBef>
              <a:spcAft>
                <a:spcPts val="0"/>
              </a:spcAft>
              <a:buSzPts val="2000"/>
              <a:buNone/>
              <a:defRPr b="1" sz="2000">
                <a:solidFill>
                  <a:schemeClr val="dk2"/>
                </a:solidFill>
                <a:latin typeface="Verdana"/>
                <a:ea typeface="Verdana"/>
                <a:cs typeface="Verdana"/>
                <a:sym typeface="Verdana"/>
              </a:defRPr>
            </a:lvl1pPr>
            <a:lvl2pPr indent="-228600" lvl="1" marL="914400" algn="l">
              <a:lnSpc>
                <a:spcPct val="95000"/>
              </a:lnSpc>
              <a:spcBef>
                <a:spcPts val="600"/>
              </a:spcBef>
              <a:spcAft>
                <a:spcPts val="0"/>
              </a:spcAft>
              <a:buSzPts val="2000"/>
              <a:buNone/>
              <a:defRPr b="1" sz="2000"/>
            </a:lvl2pPr>
            <a:lvl3pPr indent="-228600" lvl="2" marL="1371600" algn="l">
              <a:lnSpc>
                <a:spcPct val="95000"/>
              </a:lnSpc>
              <a:spcBef>
                <a:spcPts val="600"/>
              </a:spcBef>
              <a:spcAft>
                <a:spcPts val="0"/>
              </a:spcAft>
              <a:buSzPts val="1800"/>
              <a:buNone/>
              <a:defRPr b="1" sz="1800"/>
            </a:lvl3pPr>
            <a:lvl4pPr indent="-228600" lvl="3" marL="1828800" algn="l">
              <a:lnSpc>
                <a:spcPct val="95000"/>
              </a:lnSpc>
              <a:spcBef>
                <a:spcPts val="600"/>
              </a:spcBef>
              <a:spcAft>
                <a:spcPts val="0"/>
              </a:spcAft>
              <a:buSzPts val="1600"/>
              <a:buNone/>
              <a:defRPr b="1" sz="1600"/>
            </a:lvl4pPr>
            <a:lvl5pPr indent="-228600" lvl="4" marL="2286000" algn="l">
              <a:lnSpc>
                <a:spcPct val="95000"/>
              </a:lnSpc>
              <a:spcBef>
                <a:spcPts val="600"/>
              </a:spcBef>
              <a:spcAft>
                <a:spcPts val="0"/>
              </a:spcAft>
              <a:buSzPts val="1600"/>
              <a:buNone/>
              <a:defRPr b="1" sz="1600"/>
            </a:lvl5pPr>
            <a:lvl6pPr indent="-228600" lvl="5" marL="2743200" algn="l">
              <a:lnSpc>
                <a:spcPct val="100000"/>
              </a:lnSpc>
              <a:spcBef>
                <a:spcPts val="320"/>
              </a:spcBef>
              <a:spcAft>
                <a:spcPts val="0"/>
              </a:spcAft>
              <a:buSzPts val="1600"/>
              <a:buNone/>
              <a:defRPr b="1" sz="1600"/>
            </a:lvl6pPr>
            <a:lvl7pPr indent="-228600" lvl="6" marL="3200400" algn="l">
              <a:lnSpc>
                <a:spcPct val="100000"/>
              </a:lnSpc>
              <a:spcBef>
                <a:spcPts val="320"/>
              </a:spcBef>
              <a:spcAft>
                <a:spcPts val="0"/>
              </a:spcAft>
              <a:buSzPts val="1600"/>
              <a:buNone/>
              <a:defRPr b="1" sz="1600"/>
            </a:lvl7pPr>
            <a:lvl8pPr indent="-228600" lvl="7" marL="3657600" algn="l">
              <a:lnSpc>
                <a:spcPct val="100000"/>
              </a:lnSpc>
              <a:spcBef>
                <a:spcPts val="320"/>
              </a:spcBef>
              <a:spcAft>
                <a:spcPts val="0"/>
              </a:spcAft>
              <a:buSzPts val="1600"/>
              <a:buNone/>
              <a:defRPr b="1" sz="1600"/>
            </a:lvl8pPr>
            <a:lvl9pPr indent="-228600" lvl="8" marL="4114800" algn="l">
              <a:lnSpc>
                <a:spcPct val="100000"/>
              </a:lnSpc>
              <a:spcBef>
                <a:spcPts val="320"/>
              </a:spcBef>
              <a:spcAft>
                <a:spcPts val="0"/>
              </a:spcAft>
              <a:buSzPts val="1600"/>
              <a:buNone/>
              <a:defRPr b="1" sz="1600"/>
            </a:lvl9pPr>
          </a:lstStyle>
          <a:p/>
        </p:txBody>
      </p:sp>
      <p:sp>
        <p:nvSpPr>
          <p:cNvPr id="61" name="Google Shape;61;p19"/>
          <p:cNvSpPr txBox="1"/>
          <p:nvPr>
            <p:ph idx="2" type="body"/>
          </p:nvPr>
        </p:nvSpPr>
        <p:spPr>
          <a:xfrm>
            <a:off x="1016000" y="2216400"/>
            <a:ext cx="4876800" cy="3955800"/>
          </a:xfrm>
          <a:prstGeom prst="rect">
            <a:avLst/>
          </a:prstGeom>
          <a:noFill/>
          <a:ln>
            <a:noFill/>
          </a:ln>
        </p:spPr>
        <p:txBody>
          <a:bodyPr anchorCtr="0" anchor="t" bIns="45700" lIns="91425" spcFirstLastPara="1" rIns="91425" wrap="square" tIns="45700">
            <a:normAutofit/>
          </a:bodyPr>
          <a:lstStyle>
            <a:lvl1pPr indent="-355600" lvl="0" marL="457200" algn="l">
              <a:lnSpc>
                <a:spcPct val="95000"/>
              </a:lnSpc>
              <a:spcBef>
                <a:spcPts val="1200"/>
              </a:spcBef>
              <a:spcAft>
                <a:spcPts val="0"/>
              </a:spcAft>
              <a:buSzPts val="2000"/>
              <a:buChar char="•"/>
              <a:defRPr sz="2000"/>
            </a:lvl1pPr>
            <a:lvl2pPr indent="-342900" lvl="1" marL="914400" algn="l">
              <a:lnSpc>
                <a:spcPct val="95000"/>
              </a:lnSpc>
              <a:spcBef>
                <a:spcPts val="600"/>
              </a:spcBef>
              <a:spcAft>
                <a:spcPts val="0"/>
              </a:spcAft>
              <a:buSzPts val="1800"/>
              <a:buChar char="─"/>
              <a:defRPr sz="1800"/>
            </a:lvl2pPr>
            <a:lvl3pPr indent="-330200" lvl="2" marL="1371600" algn="l">
              <a:lnSpc>
                <a:spcPct val="95000"/>
              </a:lnSpc>
              <a:spcBef>
                <a:spcPts val="600"/>
              </a:spcBef>
              <a:spcAft>
                <a:spcPts val="0"/>
              </a:spcAft>
              <a:buSzPts val="1600"/>
              <a:buChar char="▪"/>
              <a:defRPr sz="1600"/>
            </a:lvl3pPr>
            <a:lvl4pPr indent="-317500" lvl="3" marL="1828800" algn="l">
              <a:lnSpc>
                <a:spcPct val="95000"/>
              </a:lnSpc>
              <a:spcBef>
                <a:spcPts val="600"/>
              </a:spcBef>
              <a:spcAft>
                <a:spcPts val="0"/>
              </a:spcAft>
              <a:buSzPts val="1400"/>
              <a:buChar char="o"/>
              <a:defRPr sz="1400"/>
            </a:lvl4pPr>
            <a:lvl5pPr indent="-317500" lvl="4" marL="2286000" algn="l">
              <a:lnSpc>
                <a:spcPct val="95000"/>
              </a:lnSpc>
              <a:spcBef>
                <a:spcPts val="600"/>
              </a:spcBef>
              <a:spcAft>
                <a:spcPts val="0"/>
              </a:spcAft>
              <a:buSzPts val="1400"/>
              <a:buChar char="•"/>
              <a:defRPr sz="1400"/>
            </a:lvl5pPr>
            <a:lvl6pPr indent="-330200" lvl="5" marL="2743200" algn="l">
              <a:lnSpc>
                <a:spcPct val="100000"/>
              </a:lnSpc>
              <a:spcBef>
                <a:spcPts val="320"/>
              </a:spcBef>
              <a:spcAft>
                <a:spcPts val="0"/>
              </a:spcAft>
              <a:buSzPts val="1600"/>
              <a:buChar char="•"/>
              <a:defRPr sz="1600"/>
            </a:lvl6pPr>
            <a:lvl7pPr indent="-330200" lvl="6" marL="3200400" algn="l">
              <a:lnSpc>
                <a:spcPct val="100000"/>
              </a:lnSpc>
              <a:spcBef>
                <a:spcPts val="320"/>
              </a:spcBef>
              <a:spcAft>
                <a:spcPts val="0"/>
              </a:spcAft>
              <a:buSzPts val="1600"/>
              <a:buChar char="•"/>
              <a:defRPr sz="1600"/>
            </a:lvl7pPr>
            <a:lvl8pPr indent="-330200" lvl="7" marL="3657600" algn="l">
              <a:lnSpc>
                <a:spcPct val="100000"/>
              </a:lnSpc>
              <a:spcBef>
                <a:spcPts val="320"/>
              </a:spcBef>
              <a:spcAft>
                <a:spcPts val="0"/>
              </a:spcAft>
              <a:buSzPts val="1600"/>
              <a:buChar char="•"/>
              <a:defRPr sz="1600"/>
            </a:lvl8pPr>
            <a:lvl9pPr indent="-330200" lvl="8" marL="4114800" algn="l">
              <a:lnSpc>
                <a:spcPct val="100000"/>
              </a:lnSpc>
              <a:spcBef>
                <a:spcPts val="320"/>
              </a:spcBef>
              <a:spcAft>
                <a:spcPts val="0"/>
              </a:spcAft>
              <a:buSzPts val="1600"/>
              <a:buChar char="•"/>
              <a:defRPr sz="1600"/>
            </a:lvl9pPr>
          </a:lstStyle>
          <a:p/>
        </p:txBody>
      </p:sp>
      <p:sp>
        <p:nvSpPr>
          <p:cNvPr id="62" name="Google Shape;62;p19"/>
          <p:cNvSpPr txBox="1"/>
          <p:nvPr>
            <p:ph idx="3" type="body"/>
          </p:nvPr>
        </p:nvSpPr>
        <p:spPr>
          <a:xfrm>
            <a:off x="6197600" y="1496736"/>
            <a:ext cx="4876800" cy="639900"/>
          </a:xfrm>
          <a:prstGeom prst="rect">
            <a:avLst/>
          </a:prstGeom>
          <a:noFill/>
          <a:ln>
            <a:noFill/>
          </a:ln>
        </p:spPr>
        <p:txBody>
          <a:bodyPr anchorCtr="0" anchor="b" bIns="45700" lIns="91425" spcFirstLastPara="1" rIns="91425" wrap="square" tIns="45700">
            <a:noAutofit/>
          </a:bodyPr>
          <a:lstStyle>
            <a:lvl1pPr indent="-228600" lvl="0" marL="457200" algn="l">
              <a:lnSpc>
                <a:spcPct val="95000"/>
              </a:lnSpc>
              <a:spcBef>
                <a:spcPts val="1200"/>
              </a:spcBef>
              <a:spcAft>
                <a:spcPts val="0"/>
              </a:spcAft>
              <a:buSzPts val="2000"/>
              <a:buNone/>
              <a:defRPr b="1" sz="2000">
                <a:solidFill>
                  <a:schemeClr val="dk2"/>
                </a:solidFill>
                <a:latin typeface="Verdana"/>
                <a:ea typeface="Verdana"/>
                <a:cs typeface="Verdana"/>
                <a:sym typeface="Verdana"/>
              </a:defRPr>
            </a:lvl1pPr>
            <a:lvl2pPr indent="-228600" lvl="1" marL="914400" algn="l">
              <a:lnSpc>
                <a:spcPct val="95000"/>
              </a:lnSpc>
              <a:spcBef>
                <a:spcPts val="600"/>
              </a:spcBef>
              <a:spcAft>
                <a:spcPts val="0"/>
              </a:spcAft>
              <a:buSzPts val="2000"/>
              <a:buNone/>
              <a:defRPr b="1" sz="2000"/>
            </a:lvl2pPr>
            <a:lvl3pPr indent="-228600" lvl="2" marL="1371600" algn="l">
              <a:lnSpc>
                <a:spcPct val="95000"/>
              </a:lnSpc>
              <a:spcBef>
                <a:spcPts val="600"/>
              </a:spcBef>
              <a:spcAft>
                <a:spcPts val="0"/>
              </a:spcAft>
              <a:buSzPts val="1800"/>
              <a:buNone/>
              <a:defRPr b="1" sz="1800"/>
            </a:lvl3pPr>
            <a:lvl4pPr indent="-228600" lvl="3" marL="1828800" algn="l">
              <a:lnSpc>
                <a:spcPct val="95000"/>
              </a:lnSpc>
              <a:spcBef>
                <a:spcPts val="600"/>
              </a:spcBef>
              <a:spcAft>
                <a:spcPts val="0"/>
              </a:spcAft>
              <a:buSzPts val="1600"/>
              <a:buNone/>
              <a:defRPr b="1" sz="1600"/>
            </a:lvl4pPr>
            <a:lvl5pPr indent="-228600" lvl="4" marL="2286000" algn="l">
              <a:lnSpc>
                <a:spcPct val="95000"/>
              </a:lnSpc>
              <a:spcBef>
                <a:spcPts val="600"/>
              </a:spcBef>
              <a:spcAft>
                <a:spcPts val="0"/>
              </a:spcAft>
              <a:buSzPts val="1600"/>
              <a:buNone/>
              <a:defRPr b="1" sz="1600"/>
            </a:lvl5pPr>
            <a:lvl6pPr indent="-228600" lvl="5" marL="2743200" algn="l">
              <a:lnSpc>
                <a:spcPct val="100000"/>
              </a:lnSpc>
              <a:spcBef>
                <a:spcPts val="320"/>
              </a:spcBef>
              <a:spcAft>
                <a:spcPts val="0"/>
              </a:spcAft>
              <a:buSzPts val="1600"/>
              <a:buNone/>
              <a:defRPr b="1" sz="1600"/>
            </a:lvl6pPr>
            <a:lvl7pPr indent="-228600" lvl="6" marL="3200400" algn="l">
              <a:lnSpc>
                <a:spcPct val="100000"/>
              </a:lnSpc>
              <a:spcBef>
                <a:spcPts val="320"/>
              </a:spcBef>
              <a:spcAft>
                <a:spcPts val="0"/>
              </a:spcAft>
              <a:buSzPts val="1600"/>
              <a:buNone/>
              <a:defRPr b="1" sz="1600"/>
            </a:lvl7pPr>
            <a:lvl8pPr indent="-228600" lvl="7" marL="3657600" algn="l">
              <a:lnSpc>
                <a:spcPct val="100000"/>
              </a:lnSpc>
              <a:spcBef>
                <a:spcPts val="320"/>
              </a:spcBef>
              <a:spcAft>
                <a:spcPts val="0"/>
              </a:spcAft>
              <a:buSzPts val="1600"/>
              <a:buNone/>
              <a:defRPr b="1" sz="1600"/>
            </a:lvl8pPr>
            <a:lvl9pPr indent="-228600" lvl="8" marL="4114800" algn="l">
              <a:lnSpc>
                <a:spcPct val="100000"/>
              </a:lnSpc>
              <a:spcBef>
                <a:spcPts val="320"/>
              </a:spcBef>
              <a:spcAft>
                <a:spcPts val="0"/>
              </a:spcAft>
              <a:buSzPts val="1600"/>
              <a:buNone/>
              <a:defRPr b="1" sz="1600"/>
            </a:lvl9pPr>
          </a:lstStyle>
          <a:p/>
        </p:txBody>
      </p:sp>
      <p:sp>
        <p:nvSpPr>
          <p:cNvPr id="63" name="Google Shape;63;p19"/>
          <p:cNvSpPr txBox="1"/>
          <p:nvPr>
            <p:ph idx="4" type="body"/>
          </p:nvPr>
        </p:nvSpPr>
        <p:spPr>
          <a:xfrm>
            <a:off x="6197600" y="2216400"/>
            <a:ext cx="4876800" cy="3955800"/>
          </a:xfrm>
          <a:prstGeom prst="rect">
            <a:avLst/>
          </a:prstGeom>
          <a:noFill/>
          <a:ln>
            <a:noFill/>
          </a:ln>
        </p:spPr>
        <p:txBody>
          <a:bodyPr anchorCtr="0" anchor="t" bIns="45700" lIns="91425" spcFirstLastPara="1" rIns="91425" wrap="square" tIns="45700">
            <a:normAutofit/>
          </a:bodyPr>
          <a:lstStyle>
            <a:lvl1pPr indent="-355600" lvl="0" marL="457200" algn="l">
              <a:lnSpc>
                <a:spcPct val="95000"/>
              </a:lnSpc>
              <a:spcBef>
                <a:spcPts val="1200"/>
              </a:spcBef>
              <a:spcAft>
                <a:spcPts val="0"/>
              </a:spcAft>
              <a:buSzPts val="2000"/>
              <a:buChar char="•"/>
              <a:defRPr sz="2000"/>
            </a:lvl1pPr>
            <a:lvl2pPr indent="-342900" lvl="1" marL="914400" algn="l">
              <a:lnSpc>
                <a:spcPct val="95000"/>
              </a:lnSpc>
              <a:spcBef>
                <a:spcPts val="600"/>
              </a:spcBef>
              <a:spcAft>
                <a:spcPts val="0"/>
              </a:spcAft>
              <a:buSzPts val="1800"/>
              <a:buChar char="─"/>
              <a:defRPr sz="1800"/>
            </a:lvl2pPr>
            <a:lvl3pPr indent="-330200" lvl="2" marL="1371600" algn="l">
              <a:lnSpc>
                <a:spcPct val="95000"/>
              </a:lnSpc>
              <a:spcBef>
                <a:spcPts val="600"/>
              </a:spcBef>
              <a:spcAft>
                <a:spcPts val="0"/>
              </a:spcAft>
              <a:buSzPts val="1600"/>
              <a:buChar char="▪"/>
              <a:defRPr sz="1600"/>
            </a:lvl3pPr>
            <a:lvl4pPr indent="-317500" lvl="3" marL="1828800" algn="l">
              <a:lnSpc>
                <a:spcPct val="95000"/>
              </a:lnSpc>
              <a:spcBef>
                <a:spcPts val="600"/>
              </a:spcBef>
              <a:spcAft>
                <a:spcPts val="0"/>
              </a:spcAft>
              <a:buSzPts val="1400"/>
              <a:buChar char="o"/>
              <a:defRPr sz="1400"/>
            </a:lvl4pPr>
            <a:lvl5pPr indent="-317500" lvl="4" marL="2286000" algn="l">
              <a:lnSpc>
                <a:spcPct val="95000"/>
              </a:lnSpc>
              <a:spcBef>
                <a:spcPts val="600"/>
              </a:spcBef>
              <a:spcAft>
                <a:spcPts val="0"/>
              </a:spcAft>
              <a:buSzPts val="1400"/>
              <a:buChar char="•"/>
              <a:defRPr sz="1400"/>
            </a:lvl5pPr>
            <a:lvl6pPr indent="-330200" lvl="5" marL="2743200" algn="l">
              <a:lnSpc>
                <a:spcPct val="100000"/>
              </a:lnSpc>
              <a:spcBef>
                <a:spcPts val="320"/>
              </a:spcBef>
              <a:spcAft>
                <a:spcPts val="0"/>
              </a:spcAft>
              <a:buSzPts val="1600"/>
              <a:buChar char="•"/>
              <a:defRPr sz="1600"/>
            </a:lvl6pPr>
            <a:lvl7pPr indent="-330200" lvl="6" marL="3200400" algn="l">
              <a:lnSpc>
                <a:spcPct val="100000"/>
              </a:lnSpc>
              <a:spcBef>
                <a:spcPts val="320"/>
              </a:spcBef>
              <a:spcAft>
                <a:spcPts val="0"/>
              </a:spcAft>
              <a:buSzPts val="1600"/>
              <a:buChar char="•"/>
              <a:defRPr sz="1600"/>
            </a:lvl7pPr>
            <a:lvl8pPr indent="-330200" lvl="7" marL="3657600" algn="l">
              <a:lnSpc>
                <a:spcPct val="100000"/>
              </a:lnSpc>
              <a:spcBef>
                <a:spcPts val="320"/>
              </a:spcBef>
              <a:spcAft>
                <a:spcPts val="0"/>
              </a:spcAft>
              <a:buSzPts val="1600"/>
              <a:buChar char="•"/>
              <a:defRPr sz="1600"/>
            </a:lvl8pPr>
            <a:lvl9pPr indent="-330200" lvl="8" marL="4114800" algn="l">
              <a:lnSpc>
                <a:spcPct val="100000"/>
              </a:lnSpc>
              <a:spcBef>
                <a:spcPts val="320"/>
              </a:spcBef>
              <a:spcAft>
                <a:spcPts val="0"/>
              </a:spcAft>
              <a:buSzPts val="1600"/>
              <a:buChar char="•"/>
              <a:defRPr sz="1600"/>
            </a:lvl9pPr>
          </a:lstStyle>
          <a:p/>
        </p:txBody>
      </p:sp>
      <p:sp>
        <p:nvSpPr>
          <p:cNvPr id="64" name="Google Shape;64;p19"/>
          <p:cNvSpPr txBox="1"/>
          <p:nvPr>
            <p:ph idx="12" type="sldNum"/>
          </p:nvPr>
        </p:nvSpPr>
        <p:spPr>
          <a:xfrm>
            <a:off x="1" y="6387664"/>
            <a:ext cx="609600" cy="3942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US"/>
              <a:t>‹#›</a:t>
            </a:fld>
            <a:endParaRPr/>
          </a:p>
        </p:txBody>
      </p:sp>
      <p:sp>
        <p:nvSpPr>
          <p:cNvPr id="65" name="Google Shape;65;p19"/>
          <p:cNvSpPr txBox="1"/>
          <p:nvPr>
            <p:ph idx="11" type="ftr"/>
          </p:nvPr>
        </p:nvSpPr>
        <p:spPr>
          <a:xfrm>
            <a:off x="609600" y="6400800"/>
            <a:ext cx="6807300" cy="304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6" name="Shape 66"/>
        <p:cNvGrpSpPr/>
        <p:nvPr/>
      </p:nvGrpSpPr>
      <p:grpSpPr>
        <a:xfrm>
          <a:off x="0" y="0"/>
          <a:ext cx="0" cy="0"/>
          <a:chOff x="0" y="0"/>
          <a:chExt cx="0" cy="0"/>
        </a:xfrm>
      </p:grpSpPr>
      <p:sp>
        <p:nvSpPr>
          <p:cNvPr id="67" name="Google Shape;67;p20"/>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0"/>
          <p:cNvSpPr txBox="1"/>
          <p:nvPr>
            <p:ph idx="12" type="sldNum"/>
          </p:nvPr>
        </p:nvSpPr>
        <p:spPr>
          <a:xfrm>
            <a:off x="1" y="6387664"/>
            <a:ext cx="609600" cy="3942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US"/>
              <a:t>‹#›</a:t>
            </a:fld>
            <a:endParaRPr/>
          </a:p>
        </p:txBody>
      </p:sp>
      <p:sp>
        <p:nvSpPr>
          <p:cNvPr id="69" name="Google Shape;69;p20"/>
          <p:cNvSpPr txBox="1"/>
          <p:nvPr>
            <p:ph idx="11" type="ftr"/>
          </p:nvPr>
        </p:nvSpPr>
        <p:spPr>
          <a:xfrm>
            <a:off x="609600" y="6400800"/>
            <a:ext cx="6807300" cy="304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0" name="Shape 70"/>
        <p:cNvGrpSpPr/>
        <p:nvPr/>
      </p:nvGrpSpPr>
      <p:grpSpPr>
        <a:xfrm>
          <a:off x="0" y="0"/>
          <a:ext cx="0" cy="0"/>
          <a:chOff x="0" y="0"/>
          <a:chExt cx="0" cy="0"/>
        </a:xfrm>
      </p:grpSpPr>
      <p:sp>
        <p:nvSpPr>
          <p:cNvPr id="71" name="Google Shape;71;p21"/>
          <p:cNvSpPr txBox="1"/>
          <p:nvPr>
            <p:ph idx="12" type="sldNum"/>
          </p:nvPr>
        </p:nvSpPr>
        <p:spPr>
          <a:xfrm>
            <a:off x="1" y="6391657"/>
            <a:ext cx="612300" cy="3651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US"/>
              <a:t>‹#›</a:t>
            </a:fld>
            <a:endParaRPr/>
          </a:p>
        </p:txBody>
      </p:sp>
      <p:sp>
        <p:nvSpPr>
          <p:cNvPr id="72" name="Google Shape;72;p21"/>
          <p:cNvSpPr txBox="1"/>
          <p:nvPr>
            <p:ph idx="11" type="ftr"/>
          </p:nvPr>
        </p:nvSpPr>
        <p:spPr>
          <a:xfrm>
            <a:off x="609600" y="6400800"/>
            <a:ext cx="6807300" cy="304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type="obj">
  <p:cSld name="OBJECT">
    <p:spTree>
      <p:nvGrpSpPr>
        <p:cNvPr id="80" name="Shape 80"/>
        <p:cNvGrpSpPr/>
        <p:nvPr/>
      </p:nvGrpSpPr>
      <p:grpSpPr>
        <a:xfrm>
          <a:off x="0" y="0"/>
          <a:ext cx="0" cy="0"/>
          <a:chOff x="0" y="0"/>
          <a:chExt cx="0" cy="0"/>
        </a:xfrm>
      </p:grpSpPr>
      <p:sp>
        <p:nvSpPr>
          <p:cNvPr id="81" name="Google Shape;81;g3ecd9d5b514_4_14"/>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g3ecd9d5b514_4_14"/>
          <p:cNvSpPr txBox="1"/>
          <p:nvPr>
            <p:ph idx="1" type="body"/>
          </p:nvPr>
        </p:nvSpPr>
        <p:spPr>
          <a:xfrm>
            <a:off x="609600" y="1524000"/>
            <a:ext cx="10972800" cy="4648200"/>
          </a:xfrm>
          <a:prstGeom prst="rect">
            <a:avLst/>
          </a:prstGeom>
          <a:noFill/>
          <a:ln>
            <a:noFill/>
          </a:ln>
        </p:spPr>
        <p:txBody>
          <a:bodyPr anchorCtr="0" anchor="t" bIns="45700" lIns="91425" spcFirstLastPara="1" rIns="91425" wrap="square" tIns="45700">
            <a:normAutofit/>
          </a:bodyPr>
          <a:lstStyle>
            <a:lvl1pPr indent="-342900" lvl="0" marL="457200" algn="l">
              <a:lnSpc>
                <a:spcPct val="95000"/>
              </a:lnSpc>
              <a:spcBef>
                <a:spcPts val="1200"/>
              </a:spcBef>
              <a:spcAft>
                <a:spcPts val="0"/>
              </a:spcAft>
              <a:buSzPts val="1800"/>
              <a:buChar char="•"/>
              <a:defRPr/>
            </a:lvl1pPr>
            <a:lvl2pPr indent="-342900" lvl="1" marL="914400" algn="l">
              <a:lnSpc>
                <a:spcPct val="95000"/>
              </a:lnSpc>
              <a:spcBef>
                <a:spcPts val="600"/>
              </a:spcBef>
              <a:spcAft>
                <a:spcPts val="0"/>
              </a:spcAft>
              <a:buSzPts val="1800"/>
              <a:buChar char="─"/>
              <a:defRPr/>
            </a:lvl2pPr>
            <a:lvl3pPr indent="-342900" lvl="2" marL="1371600" algn="l">
              <a:lnSpc>
                <a:spcPct val="95000"/>
              </a:lnSpc>
              <a:spcBef>
                <a:spcPts val="600"/>
              </a:spcBef>
              <a:spcAft>
                <a:spcPts val="0"/>
              </a:spcAft>
              <a:buSzPts val="1800"/>
              <a:buChar char="▪"/>
              <a:defRPr/>
            </a:lvl3pPr>
            <a:lvl4pPr indent="-342900" lvl="3" marL="1828800" algn="l">
              <a:lnSpc>
                <a:spcPct val="95000"/>
              </a:lnSpc>
              <a:spcBef>
                <a:spcPts val="600"/>
              </a:spcBef>
              <a:spcAft>
                <a:spcPts val="0"/>
              </a:spcAft>
              <a:buSzPts val="1800"/>
              <a:buChar char="o"/>
              <a:defRPr/>
            </a:lvl4pPr>
            <a:lvl5pPr indent="-342900" lvl="4" marL="2286000" algn="l">
              <a:lnSpc>
                <a:spcPct val="95000"/>
              </a:lnSpc>
              <a:spcBef>
                <a:spcPts val="60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83" name="Google Shape;83;g3ecd9d5b514_4_14"/>
          <p:cNvSpPr txBox="1"/>
          <p:nvPr>
            <p:ph idx="11" type="ftr"/>
          </p:nvPr>
        </p:nvSpPr>
        <p:spPr>
          <a:xfrm>
            <a:off x="609600" y="6400800"/>
            <a:ext cx="6807300" cy="304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g3ecd9d5b514_4_14"/>
          <p:cNvSpPr txBox="1"/>
          <p:nvPr>
            <p:ph idx="12" type="sldNum"/>
          </p:nvPr>
        </p:nvSpPr>
        <p:spPr>
          <a:xfrm>
            <a:off x="1" y="6387664"/>
            <a:ext cx="609600" cy="3942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85" name="Shape 85"/>
        <p:cNvGrpSpPr/>
        <p:nvPr/>
      </p:nvGrpSpPr>
      <p:grpSpPr>
        <a:xfrm>
          <a:off x="0" y="0"/>
          <a:ext cx="0" cy="0"/>
          <a:chOff x="0" y="0"/>
          <a:chExt cx="0" cy="0"/>
        </a:xfrm>
      </p:grpSpPr>
      <p:pic>
        <p:nvPicPr>
          <p:cNvPr id="86" name="Google Shape;86;g3ecd9d5b514_4_7"/>
          <p:cNvPicPr preferRelativeResize="0"/>
          <p:nvPr/>
        </p:nvPicPr>
        <p:blipFill rotWithShape="1">
          <a:blip r:embed="rId2">
            <a:alphaModFix/>
          </a:blip>
          <a:srcRect b="28271" l="0" r="0" t="26669"/>
          <a:stretch/>
        </p:blipFill>
        <p:spPr>
          <a:xfrm>
            <a:off x="7692126" y="4229848"/>
            <a:ext cx="4154698" cy="1872130"/>
          </a:xfrm>
          <a:prstGeom prst="rect">
            <a:avLst/>
          </a:prstGeom>
          <a:noFill/>
          <a:ln>
            <a:noFill/>
          </a:ln>
        </p:spPr>
      </p:pic>
      <p:sp>
        <p:nvSpPr>
          <p:cNvPr id="87" name="Google Shape;87;g3ecd9d5b514_4_7"/>
          <p:cNvSpPr/>
          <p:nvPr/>
        </p:nvSpPr>
        <p:spPr>
          <a:xfrm>
            <a:off x="0" y="0"/>
            <a:ext cx="12192000" cy="1143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88" name="Google Shape;88;g3ecd9d5b514_4_7"/>
          <p:cNvSpPr txBox="1"/>
          <p:nvPr>
            <p:ph type="title"/>
          </p:nvPr>
        </p:nvSpPr>
        <p:spPr>
          <a:xfrm>
            <a:off x="625475" y="1447800"/>
            <a:ext cx="9144000" cy="16764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262626"/>
              </a:buClr>
              <a:buSzPts val="4000"/>
              <a:buFont typeface="Verdana"/>
              <a:buNone/>
              <a:defRPr b="1" sz="4000">
                <a:solidFill>
                  <a:srgbClr val="262626"/>
                </a:solidFill>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g3ecd9d5b514_4_7"/>
          <p:cNvSpPr txBox="1"/>
          <p:nvPr>
            <p:ph idx="1" type="body"/>
          </p:nvPr>
        </p:nvSpPr>
        <p:spPr>
          <a:xfrm>
            <a:off x="625475" y="3124200"/>
            <a:ext cx="9144000" cy="914400"/>
          </a:xfrm>
          <a:prstGeom prst="rect">
            <a:avLst/>
          </a:prstGeom>
          <a:noFill/>
          <a:ln>
            <a:noFill/>
          </a:ln>
        </p:spPr>
        <p:txBody>
          <a:bodyPr anchorCtr="0" anchor="t" bIns="45700" lIns="91425" spcFirstLastPara="1" rIns="91425" wrap="square" tIns="45700">
            <a:normAutofit/>
          </a:bodyPr>
          <a:lstStyle>
            <a:lvl1pPr indent="-228600" lvl="0" marL="457200" algn="l">
              <a:lnSpc>
                <a:spcPct val="95000"/>
              </a:lnSpc>
              <a:spcBef>
                <a:spcPts val="1200"/>
              </a:spcBef>
              <a:spcAft>
                <a:spcPts val="0"/>
              </a:spcAft>
              <a:buSzPts val="2800"/>
              <a:buNone/>
              <a:defRPr sz="2800">
                <a:solidFill>
                  <a:schemeClr val="dk2"/>
                </a:solidFill>
              </a:defRPr>
            </a:lvl1pPr>
            <a:lvl2pPr indent="-228600" lvl="1" marL="914400" algn="l">
              <a:lnSpc>
                <a:spcPct val="95000"/>
              </a:lnSpc>
              <a:spcBef>
                <a:spcPts val="600"/>
              </a:spcBef>
              <a:spcAft>
                <a:spcPts val="0"/>
              </a:spcAft>
              <a:buSzPts val="1800"/>
              <a:buNone/>
              <a:defRPr sz="1800">
                <a:solidFill>
                  <a:srgbClr val="888888"/>
                </a:solidFill>
              </a:defRPr>
            </a:lvl2pPr>
            <a:lvl3pPr indent="-228600" lvl="2" marL="1371600" algn="l">
              <a:lnSpc>
                <a:spcPct val="95000"/>
              </a:lnSpc>
              <a:spcBef>
                <a:spcPts val="600"/>
              </a:spcBef>
              <a:spcAft>
                <a:spcPts val="0"/>
              </a:spcAft>
              <a:buSzPts val="1600"/>
              <a:buNone/>
              <a:defRPr sz="1600">
                <a:solidFill>
                  <a:srgbClr val="888888"/>
                </a:solidFill>
              </a:defRPr>
            </a:lvl3pPr>
            <a:lvl4pPr indent="-228600" lvl="3" marL="1828800" algn="l">
              <a:lnSpc>
                <a:spcPct val="95000"/>
              </a:lnSpc>
              <a:spcBef>
                <a:spcPts val="600"/>
              </a:spcBef>
              <a:spcAft>
                <a:spcPts val="0"/>
              </a:spcAft>
              <a:buSzPts val="1400"/>
              <a:buNone/>
              <a:defRPr sz="1400">
                <a:solidFill>
                  <a:srgbClr val="888888"/>
                </a:solidFill>
              </a:defRPr>
            </a:lvl4pPr>
            <a:lvl5pPr indent="-228600" lvl="4" marL="2286000" algn="l">
              <a:lnSpc>
                <a:spcPct val="95000"/>
              </a:lnSpc>
              <a:spcBef>
                <a:spcPts val="600"/>
              </a:spcBef>
              <a:spcAft>
                <a:spcPts val="0"/>
              </a:spcAft>
              <a:buSzPts val="1400"/>
              <a:buNone/>
              <a:defRPr sz="1400">
                <a:solidFill>
                  <a:srgbClr val="888888"/>
                </a:solidFill>
              </a:defRPr>
            </a:lvl5pPr>
            <a:lvl6pPr indent="-228600" lvl="5" marL="2743200" algn="l">
              <a:lnSpc>
                <a:spcPct val="100000"/>
              </a:lnSpc>
              <a:spcBef>
                <a:spcPts val="280"/>
              </a:spcBef>
              <a:spcAft>
                <a:spcPts val="0"/>
              </a:spcAft>
              <a:buSzPts val="1400"/>
              <a:buNone/>
              <a:defRPr sz="1400">
                <a:solidFill>
                  <a:srgbClr val="888888"/>
                </a:solidFill>
              </a:defRPr>
            </a:lvl6pPr>
            <a:lvl7pPr indent="-228600" lvl="6" marL="3200400" algn="l">
              <a:lnSpc>
                <a:spcPct val="100000"/>
              </a:lnSpc>
              <a:spcBef>
                <a:spcPts val="280"/>
              </a:spcBef>
              <a:spcAft>
                <a:spcPts val="0"/>
              </a:spcAft>
              <a:buSzPts val="1400"/>
              <a:buNone/>
              <a:defRPr sz="1400">
                <a:solidFill>
                  <a:srgbClr val="888888"/>
                </a:solidFill>
              </a:defRPr>
            </a:lvl7pPr>
            <a:lvl8pPr indent="-228600" lvl="7" marL="3657600" algn="l">
              <a:lnSpc>
                <a:spcPct val="100000"/>
              </a:lnSpc>
              <a:spcBef>
                <a:spcPts val="280"/>
              </a:spcBef>
              <a:spcAft>
                <a:spcPts val="0"/>
              </a:spcAft>
              <a:buSzPts val="1400"/>
              <a:buNone/>
              <a:defRPr sz="1400">
                <a:solidFill>
                  <a:srgbClr val="888888"/>
                </a:solidFill>
              </a:defRPr>
            </a:lvl8pPr>
            <a:lvl9pPr indent="-228600" lvl="8" marL="4114800" algn="l">
              <a:lnSpc>
                <a:spcPct val="100000"/>
              </a:lnSpc>
              <a:spcBef>
                <a:spcPts val="280"/>
              </a:spcBef>
              <a:spcAft>
                <a:spcPts val="0"/>
              </a:spcAft>
              <a:buSzPts val="1400"/>
              <a:buNone/>
              <a:defRPr sz="1400">
                <a:solidFill>
                  <a:srgbClr val="888888"/>
                </a:solidFill>
              </a:defRPr>
            </a:lvl9pPr>
          </a:lstStyle>
          <a:p/>
        </p:txBody>
      </p:sp>
      <p:sp>
        <p:nvSpPr>
          <p:cNvPr id="90" name="Google Shape;90;g3ecd9d5b514_4_7"/>
          <p:cNvSpPr txBox="1"/>
          <p:nvPr>
            <p:ph idx="12" type="sldNum"/>
          </p:nvPr>
        </p:nvSpPr>
        <p:spPr>
          <a:xfrm>
            <a:off x="1" y="6387664"/>
            <a:ext cx="609600" cy="3942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US"/>
              <a:t>‹#›</a:t>
            </a:fld>
            <a:endParaRPr/>
          </a:p>
        </p:txBody>
      </p:sp>
      <p:sp>
        <p:nvSpPr>
          <p:cNvPr id="91" name="Google Shape;91;g3ecd9d5b514_4_7"/>
          <p:cNvSpPr txBox="1"/>
          <p:nvPr>
            <p:ph idx="11" type="ftr"/>
          </p:nvPr>
        </p:nvSpPr>
        <p:spPr>
          <a:xfrm>
            <a:off x="625475" y="6400800"/>
            <a:ext cx="6807300" cy="304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0" sz="16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extLst>
    <p:ext uri="{DCECCB84-F9BA-43D5-87BE-67443E8EF086}">
      <p15:sldGuideLst>
        <p15:guide id="1" pos="45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2" name="Shape 92"/>
        <p:cNvGrpSpPr/>
        <p:nvPr/>
      </p:nvGrpSpPr>
      <p:grpSpPr>
        <a:xfrm>
          <a:off x="0" y="0"/>
          <a:ext cx="0" cy="0"/>
          <a:chOff x="0" y="0"/>
          <a:chExt cx="0" cy="0"/>
        </a:xfrm>
      </p:grpSpPr>
      <p:sp>
        <p:nvSpPr>
          <p:cNvPr id="93" name="Google Shape;93;g3ecd9d5b514_4_19"/>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g3ecd9d5b514_4_19"/>
          <p:cNvSpPr txBox="1"/>
          <p:nvPr>
            <p:ph idx="12" type="sldNum"/>
          </p:nvPr>
        </p:nvSpPr>
        <p:spPr>
          <a:xfrm>
            <a:off x="1" y="6387664"/>
            <a:ext cx="609600" cy="3942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US"/>
              <a:t>‹#›</a:t>
            </a:fld>
            <a:endParaRPr/>
          </a:p>
        </p:txBody>
      </p:sp>
      <p:sp>
        <p:nvSpPr>
          <p:cNvPr id="95" name="Google Shape;95;g3ecd9d5b514_4_19"/>
          <p:cNvSpPr txBox="1"/>
          <p:nvPr>
            <p:ph idx="11" type="ftr"/>
          </p:nvPr>
        </p:nvSpPr>
        <p:spPr>
          <a:xfrm>
            <a:off x="609600" y="6400800"/>
            <a:ext cx="6807300" cy="304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Caption">
  <p:cSld name="PhotoCaption">
    <p:spTree>
      <p:nvGrpSpPr>
        <p:cNvPr id="96" name="Shape 96"/>
        <p:cNvGrpSpPr/>
        <p:nvPr/>
      </p:nvGrpSpPr>
      <p:grpSpPr>
        <a:xfrm>
          <a:off x="0" y="0"/>
          <a:ext cx="0" cy="0"/>
          <a:chOff x="0" y="0"/>
          <a:chExt cx="0" cy="0"/>
        </a:xfrm>
      </p:grpSpPr>
      <p:sp>
        <p:nvSpPr>
          <p:cNvPr id="97" name="Google Shape;97;g3ecd9d5b514_4_23"/>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g3ecd9d5b514_4_23"/>
          <p:cNvSpPr txBox="1"/>
          <p:nvPr>
            <p:ph idx="12" type="sldNum"/>
          </p:nvPr>
        </p:nvSpPr>
        <p:spPr>
          <a:xfrm>
            <a:off x="1" y="6387664"/>
            <a:ext cx="609600" cy="3942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US"/>
              <a:t>‹#›</a:t>
            </a:fld>
            <a:endParaRPr/>
          </a:p>
        </p:txBody>
      </p:sp>
      <p:sp>
        <p:nvSpPr>
          <p:cNvPr id="99" name="Google Shape;99;g3ecd9d5b514_4_23"/>
          <p:cNvSpPr txBox="1"/>
          <p:nvPr>
            <p:ph idx="11" type="ftr"/>
          </p:nvPr>
        </p:nvSpPr>
        <p:spPr>
          <a:xfrm>
            <a:off x="609600" y="6400800"/>
            <a:ext cx="6807300" cy="304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g3ecd9d5b514_4_23"/>
          <p:cNvSpPr/>
          <p:nvPr>
            <p:ph idx="2" type="pic"/>
          </p:nvPr>
        </p:nvSpPr>
        <p:spPr>
          <a:xfrm>
            <a:off x="609600" y="1524000"/>
            <a:ext cx="7823100" cy="4648200"/>
          </a:xfrm>
          <a:prstGeom prst="rect">
            <a:avLst/>
          </a:prstGeom>
          <a:noFill/>
          <a:ln>
            <a:noFill/>
          </a:ln>
        </p:spPr>
      </p:sp>
      <p:sp>
        <p:nvSpPr>
          <p:cNvPr id="101" name="Google Shape;101;g3ecd9d5b514_4_23"/>
          <p:cNvSpPr txBox="1"/>
          <p:nvPr>
            <p:ph idx="1" type="body"/>
          </p:nvPr>
        </p:nvSpPr>
        <p:spPr>
          <a:xfrm>
            <a:off x="8737600" y="1524000"/>
            <a:ext cx="2844900" cy="4648200"/>
          </a:xfrm>
          <a:prstGeom prst="rect">
            <a:avLst/>
          </a:prstGeom>
          <a:noFill/>
          <a:ln>
            <a:noFill/>
          </a:ln>
        </p:spPr>
        <p:txBody>
          <a:bodyPr anchorCtr="0" anchor="t" bIns="45700" lIns="91425" spcFirstLastPara="1" rIns="91425" wrap="square" tIns="45700">
            <a:normAutofit/>
          </a:bodyPr>
          <a:lstStyle>
            <a:lvl1pPr indent="-228600" lvl="0" marL="457200" algn="l">
              <a:lnSpc>
                <a:spcPct val="95000"/>
              </a:lnSpc>
              <a:spcBef>
                <a:spcPts val="1200"/>
              </a:spcBef>
              <a:spcAft>
                <a:spcPts val="0"/>
              </a:spcAft>
              <a:buSzPts val="2000"/>
              <a:buFont typeface="Verdana"/>
              <a:buNone/>
              <a:defRPr sz="2000"/>
            </a:lvl1pPr>
            <a:lvl2pPr indent="-342900" lvl="1" marL="914400" algn="l">
              <a:lnSpc>
                <a:spcPct val="95000"/>
              </a:lnSpc>
              <a:spcBef>
                <a:spcPts val="600"/>
              </a:spcBef>
              <a:spcAft>
                <a:spcPts val="0"/>
              </a:spcAft>
              <a:buSzPts val="1800"/>
              <a:buChar char="─"/>
              <a:defRPr sz="1800"/>
            </a:lvl2pPr>
            <a:lvl3pPr indent="-330200" lvl="2" marL="1371600" algn="l">
              <a:lnSpc>
                <a:spcPct val="95000"/>
              </a:lnSpc>
              <a:spcBef>
                <a:spcPts val="600"/>
              </a:spcBef>
              <a:spcAft>
                <a:spcPts val="0"/>
              </a:spcAft>
              <a:buSzPts val="1600"/>
              <a:buChar char="▪"/>
              <a:defRPr sz="1600"/>
            </a:lvl3pPr>
            <a:lvl4pPr indent="-317500" lvl="3" marL="1828800" algn="l">
              <a:lnSpc>
                <a:spcPct val="95000"/>
              </a:lnSpc>
              <a:spcBef>
                <a:spcPts val="600"/>
              </a:spcBef>
              <a:spcAft>
                <a:spcPts val="0"/>
              </a:spcAft>
              <a:buSzPts val="1400"/>
              <a:buChar char="o"/>
              <a:defRPr sz="1400"/>
            </a:lvl4pPr>
            <a:lvl5pPr indent="-317500" lvl="4" marL="2286000" algn="l">
              <a:lnSpc>
                <a:spcPct val="95000"/>
              </a:lnSpc>
              <a:spcBef>
                <a:spcPts val="600"/>
              </a:spcBef>
              <a:spcAft>
                <a:spcPts val="0"/>
              </a:spcAft>
              <a:buSzPts val="1400"/>
              <a:buChar char="•"/>
              <a:defRPr sz="14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2" name="Shape 102"/>
        <p:cNvGrpSpPr/>
        <p:nvPr/>
      </p:nvGrpSpPr>
      <p:grpSpPr>
        <a:xfrm>
          <a:off x="0" y="0"/>
          <a:ext cx="0" cy="0"/>
          <a:chOff x="0" y="0"/>
          <a:chExt cx="0" cy="0"/>
        </a:xfrm>
      </p:grpSpPr>
      <p:sp>
        <p:nvSpPr>
          <p:cNvPr id="103" name="Google Shape;103;g3ecd9d5b514_4_29"/>
          <p:cNvSpPr txBox="1"/>
          <p:nvPr>
            <p:ph type="title"/>
          </p:nvPr>
        </p:nvSpPr>
        <p:spPr>
          <a:xfrm>
            <a:off x="609600" y="76200"/>
            <a:ext cx="11074500" cy="1066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262626"/>
              </a:buClr>
              <a:buSzPts val="3200"/>
              <a:buFont typeface="Verdana"/>
              <a:buNone/>
              <a:defRPr b="1"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g3ecd9d5b514_4_29"/>
          <p:cNvSpPr txBox="1"/>
          <p:nvPr>
            <p:ph idx="1" type="body"/>
          </p:nvPr>
        </p:nvSpPr>
        <p:spPr>
          <a:xfrm>
            <a:off x="4523709" y="1524001"/>
            <a:ext cx="7058700" cy="4648200"/>
          </a:xfrm>
          <a:prstGeom prst="rect">
            <a:avLst/>
          </a:prstGeom>
          <a:noFill/>
          <a:ln>
            <a:noFill/>
          </a:ln>
        </p:spPr>
        <p:txBody>
          <a:bodyPr anchorCtr="0" anchor="t" bIns="45700" lIns="91425" spcFirstLastPara="1" rIns="91425" wrap="square" tIns="45700">
            <a:normAutofit/>
          </a:bodyPr>
          <a:lstStyle>
            <a:lvl1pPr indent="-381000" lvl="0" marL="457200" algn="l">
              <a:lnSpc>
                <a:spcPct val="95000"/>
              </a:lnSpc>
              <a:spcBef>
                <a:spcPts val="1200"/>
              </a:spcBef>
              <a:spcAft>
                <a:spcPts val="0"/>
              </a:spcAft>
              <a:buSzPts val="2400"/>
              <a:buChar char="•"/>
              <a:defRPr sz="2400"/>
            </a:lvl1pPr>
            <a:lvl2pPr indent="-368300" lvl="1" marL="914400" algn="l">
              <a:lnSpc>
                <a:spcPct val="95000"/>
              </a:lnSpc>
              <a:spcBef>
                <a:spcPts val="600"/>
              </a:spcBef>
              <a:spcAft>
                <a:spcPts val="0"/>
              </a:spcAft>
              <a:buSzPts val="2200"/>
              <a:buChar char="─"/>
              <a:defRPr sz="2200"/>
            </a:lvl2pPr>
            <a:lvl3pPr indent="-355600" lvl="2" marL="1371600" algn="l">
              <a:lnSpc>
                <a:spcPct val="95000"/>
              </a:lnSpc>
              <a:spcBef>
                <a:spcPts val="600"/>
              </a:spcBef>
              <a:spcAft>
                <a:spcPts val="0"/>
              </a:spcAft>
              <a:buSzPts val="2000"/>
              <a:buChar char="▪"/>
              <a:defRPr sz="2000"/>
            </a:lvl3pPr>
            <a:lvl4pPr indent="-342900" lvl="3" marL="1828800" algn="l">
              <a:lnSpc>
                <a:spcPct val="95000"/>
              </a:lnSpc>
              <a:spcBef>
                <a:spcPts val="600"/>
              </a:spcBef>
              <a:spcAft>
                <a:spcPts val="0"/>
              </a:spcAft>
              <a:buSzPts val="1800"/>
              <a:buChar char="o"/>
              <a:defRPr sz="1800"/>
            </a:lvl4pPr>
            <a:lvl5pPr indent="-342900" lvl="4" marL="2286000" algn="l">
              <a:lnSpc>
                <a:spcPct val="95000"/>
              </a:lnSpc>
              <a:spcBef>
                <a:spcPts val="600"/>
              </a:spcBef>
              <a:spcAft>
                <a:spcPts val="0"/>
              </a:spcAft>
              <a:buSzPts val="1800"/>
              <a:buChar char="•"/>
              <a:defRPr sz="1800"/>
            </a:lvl5pPr>
            <a:lvl6pPr indent="-355600" lvl="5" marL="2743200" algn="l">
              <a:lnSpc>
                <a:spcPct val="100000"/>
              </a:lnSpc>
              <a:spcBef>
                <a:spcPts val="400"/>
              </a:spcBef>
              <a:spcAft>
                <a:spcPts val="0"/>
              </a:spcAft>
              <a:buSzPts val="2000"/>
              <a:buChar char="•"/>
              <a:defRPr sz="2000"/>
            </a:lvl6pPr>
            <a:lvl7pPr indent="-355600" lvl="6" marL="3200400" algn="l">
              <a:lnSpc>
                <a:spcPct val="100000"/>
              </a:lnSpc>
              <a:spcBef>
                <a:spcPts val="400"/>
              </a:spcBef>
              <a:spcAft>
                <a:spcPts val="0"/>
              </a:spcAft>
              <a:buSzPts val="2000"/>
              <a:buChar char="•"/>
              <a:defRPr sz="2000"/>
            </a:lvl7pPr>
            <a:lvl8pPr indent="-355600" lvl="7" marL="3657600" algn="l">
              <a:lnSpc>
                <a:spcPct val="100000"/>
              </a:lnSpc>
              <a:spcBef>
                <a:spcPts val="400"/>
              </a:spcBef>
              <a:spcAft>
                <a:spcPts val="0"/>
              </a:spcAft>
              <a:buSzPts val="2000"/>
              <a:buChar char="•"/>
              <a:defRPr sz="2000"/>
            </a:lvl8pPr>
            <a:lvl9pPr indent="-355600" lvl="8" marL="4114800" algn="l">
              <a:lnSpc>
                <a:spcPct val="100000"/>
              </a:lnSpc>
              <a:spcBef>
                <a:spcPts val="400"/>
              </a:spcBef>
              <a:spcAft>
                <a:spcPts val="0"/>
              </a:spcAft>
              <a:buSzPts val="2000"/>
              <a:buChar char="•"/>
              <a:defRPr sz="2000"/>
            </a:lvl9pPr>
          </a:lstStyle>
          <a:p/>
        </p:txBody>
      </p:sp>
      <p:sp>
        <p:nvSpPr>
          <p:cNvPr id="105" name="Google Shape;105;g3ecd9d5b514_4_29"/>
          <p:cNvSpPr txBox="1"/>
          <p:nvPr>
            <p:ph idx="2" type="body"/>
          </p:nvPr>
        </p:nvSpPr>
        <p:spPr>
          <a:xfrm>
            <a:off x="591890" y="1524000"/>
            <a:ext cx="3564900" cy="4648200"/>
          </a:xfrm>
          <a:prstGeom prst="rect">
            <a:avLst/>
          </a:prstGeom>
          <a:noFill/>
          <a:ln>
            <a:noFill/>
          </a:ln>
        </p:spPr>
        <p:txBody>
          <a:bodyPr anchorCtr="0" anchor="t" bIns="45700" lIns="91425" spcFirstLastPara="1" rIns="91425" wrap="square" tIns="45700">
            <a:normAutofit/>
          </a:bodyPr>
          <a:lstStyle>
            <a:lvl1pPr indent="-228600" lvl="0" marL="457200" algn="l">
              <a:lnSpc>
                <a:spcPct val="95000"/>
              </a:lnSpc>
              <a:spcBef>
                <a:spcPts val="1200"/>
              </a:spcBef>
              <a:spcAft>
                <a:spcPts val="0"/>
              </a:spcAft>
              <a:buSzPts val="2000"/>
              <a:buNone/>
              <a:defRPr sz="2000">
                <a:solidFill>
                  <a:schemeClr val="dk2"/>
                </a:solidFill>
              </a:defRPr>
            </a:lvl1pPr>
            <a:lvl2pPr indent="-228600" lvl="1" marL="914400" algn="l">
              <a:lnSpc>
                <a:spcPct val="95000"/>
              </a:lnSpc>
              <a:spcBef>
                <a:spcPts val="600"/>
              </a:spcBef>
              <a:spcAft>
                <a:spcPts val="0"/>
              </a:spcAft>
              <a:buSzPts val="1200"/>
              <a:buNone/>
              <a:defRPr sz="1200"/>
            </a:lvl2pPr>
            <a:lvl3pPr indent="-228600" lvl="2" marL="1371600" algn="l">
              <a:lnSpc>
                <a:spcPct val="95000"/>
              </a:lnSpc>
              <a:spcBef>
                <a:spcPts val="600"/>
              </a:spcBef>
              <a:spcAft>
                <a:spcPts val="0"/>
              </a:spcAft>
              <a:buSzPts val="1000"/>
              <a:buNone/>
              <a:defRPr sz="1000"/>
            </a:lvl3pPr>
            <a:lvl4pPr indent="-228600" lvl="3" marL="1828800" algn="l">
              <a:lnSpc>
                <a:spcPct val="95000"/>
              </a:lnSpc>
              <a:spcBef>
                <a:spcPts val="600"/>
              </a:spcBef>
              <a:spcAft>
                <a:spcPts val="0"/>
              </a:spcAft>
              <a:buSzPts val="900"/>
              <a:buNone/>
              <a:defRPr sz="900"/>
            </a:lvl4pPr>
            <a:lvl5pPr indent="-228600" lvl="4" marL="2286000" algn="l">
              <a:lnSpc>
                <a:spcPct val="95000"/>
              </a:lnSpc>
              <a:spcBef>
                <a:spcPts val="600"/>
              </a:spcBef>
              <a:spcAft>
                <a:spcPts val="0"/>
              </a:spcAft>
              <a:buSzPts val="900"/>
              <a:buNone/>
              <a:defRPr sz="900"/>
            </a:lvl5pPr>
            <a:lvl6pPr indent="-228600" lvl="5" marL="2743200" algn="l">
              <a:lnSpc>
                <a:spcPct val="100000"/>
              </a:lnSpc>
              <a:spcBef>
                <a:spcPts val="180"/>
              </a:spcBef>
              <a:spcAft>
                <a:spcPts val="0"/>
              </a:spcAft>
              <a:buSzPts val="900"/>
              <a:buNone/>
              <a:defRPr sz="900"/>
            </a:lvl6pPr>
            <a:lvl7pPr indent="-228600" lvl="6" marL="3200400" algn="l">
              <a:lnSpc>
                <a:spcPct val="100000"/>
              </a:lnSpc>
              <a:spcBef>
                <a:spcPts val="180"/>
              </a:spcBef>
              <a:spcAft>
                <a:spcPts val="0"/>
              </a:spcAft>
              <a:buSzPts val="900"/>
              <a:buNone/>
              <a:defRPr sz="900"/>
            </a:lvl7pPr>
            <a:lvl8pPr indent="-228600" lvl="7" marL="3657600" algn="l">
              <a:lnSpc>
                <a:spcPct val="100000"/>
              </a:lnSpc>
              <a:spcBef>
                <a:spcPts val="180"/>
              </a:spcBef>
              <a:spcAft>
                <a:spcPts val="0"/>
              </a:spcAft>
              <a:buSzPts val="900"/>
              <a:buNone/>
              <a:defRPr sz="900"/>
            </a:lvl8pPr>
            <a:lvl9pPr indent="-228600" lvl="8" marL="4114800" algn="l">
              <a:lnSpc>
                <a:spcPct val="100000"/>
              </a:lnSpc>
              <a:spcBef>
                <a:spcPts val="180"/>
              </a:spcBef>
              <a:spcAft>
                <a:spcPts val="0"/>
              </a:spcAft>
              <a:buSzPts val="900"/>
              <a:buNone/>
              <a:defRPr sz="900"/>
            </a:lvl9pPr>
          </a:lstStyle>
          <a:p/>
        </p:txBody>
      </p:sp>
      <p:sp>
        <p:nvSpPr>
          <p:cNvPr id="106" name="Google Shape;106;g3ecd9d5b514_4_29"/>
          <p:cNvSpPr txBox="1"/>
          <p:nvPr>
            <p:ph idx="12" type="sldNum"/>
          </p:nvPr>
        </p:nvSpPr>
        <p:spPr>
          <a:xfrm>
            <a:off x="1" y="6387664"/>
            <a:ext cx="609600" cy="3942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US"/>
              <a:t>‹#›</a:t>
            </a:fld>
            <a:endParaRPr/>
          </a:p>
        </p:txBody>
      </p:sp>
      <p:cxnSp>
        <p:nvCxnSpPr>
          <p:cNvPr id="107" name="Google Shape;107;g3ecd9d5b514_4_29"/>
          <p:cNvCxnSpPr/>
          <p:nvPr/>
        </p:nvCxnSpPr>
        <p:spPr>
          <a:xfrm rot="5400000">
            <a:off x="2447156" y="3581143"/>
            <a:ext cx="3810000" cy="2100"/>
          </a:xfrm>
          <a:prstGeom prst="straightConnector1">
            <a:avLst/>
          </a:prstGeom>
          <a:noFill/>
          <a:ln cap="flat" cmpd="sng" w="15875">
            <a:solidFill>
              <a:srgbClr val="B5B5B5"/>
            </a:solidFill>
            <a:prstDash val="solid"/>
            <a:round/>
            <a:headEnd len="sm" w="sm" type="none"/>
            <a:tailEnd len="sm" w="sm" type="none"/>
          </a:ln>
        </p:spPr>
      </p:cxnSp>
      <p:sp>
        <p:nvSpPr>
          <p:cNvPr id="108" name="Google Shape;108;g3ecd9d5b514_4_29"/>
          <p:cNvSpPr txBox="1"/>
          <p:nvPr>
            <p:ph idx="11" type="ftr"/>
          </p:nvPr>
        </p:nvSpPr>
        <p:spPr>
          <a:xfrm>
            <a:off x="609600" y="6400800"/>
            <a:ext cx="6807300" cy="304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Red" showMasterSp="0">
  <p:cSld name="BlankRed">
    <p:bg>
      <p:bgPr>
        <a:solidFill>
          <a:schemeClr val="lt2"/>
        </a:solidFill>
      </p:bgPr>
    </p:bg>
    <p:spTree>
      <p:nvGrpSpPr>
        <p:cNvPr id="109" name="Shape 109"/>
        <p:cNvGrpSpPr/>
        <p:nvPr/>
      </p:nvGrpSpPr>
      <p:grpSpPr>
        <a:xfrm>
          <a:off x="0" y="0"/>
          <a:ext cx="0" cy="0"/>
          <a:chOff x="0" y="0"/>
          <a:chExt cx="0" cy="0"/>
        </a:xfrm>
      </p:grpSpPr>
      <p:pic>
        <p:nvPicPr>
          <p:cNvPr id="110" name="Google Shape;110;g3ecd9d5b514_4_36"/>
          <p:cNvPicPr preferRelativeResize="0"/>
          <p:nvPr/>
        </p:nvPicPr>
        <p:blipFill rotWithShape="1">
          <a:blip r:embed="rId2">
            <a:alphaModFix amt="10000"/>
          </a:blip>
          <a:srcRect b="0" l="0" r="0" t="0"/>
          <a:stretch/>
        </p:blipFill>
        <p:spPr>
          <a:xfrm>
            <a:off x="4009882" y="1342882"/>
            <a:ext cx="4172236" cy="4172236"/>
          </a:xfrm>
          <a:prstGeom prst="rect">
            <a:avLst/>
          </a:prstGeom>
          <a:noFill/>
          <a:ln>
            <a:noFill/>
          </a:ln>
          <a:effectLst>
            <a:outerShdw blurRad="50800" rotWithShape="0" algn="ctr">
              <a:srgbClr val="000000"/>
            </a:outerShdw>
          </a:effectLst>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11" name="Shape 111"/>
        <p:cNvGrpSpPr/>
        <p:nvPr/>
      </p:nvGrpSpPr>
      <p:grpSpPr>
        <a:xfrm>
          <a:off x="0" y="0"/>
          <a:ext cx="0" cy="0"/>
          <a:chOff x="0" y="0"/>
          <a:chExt cx="0" cy="0"/>
        </a:xfrm>
      </p:grpSpPr>
      <p:pic>
        <p:nvPicPr>
          <p:cNvPr descr="greyWatermark-20.png" id="112" name="Google Shape;112;g3ecd9d5b514_4_38"/>
          <p:cNvPicPr preferRelativeResize="0"/>
          <p:nvPr/>
        </p:nvPicPr>
        <p:blipFill rotWithShape="1">
          <a:blip r:embed="rId2">
            <a:alphaModFix/>
          </a:blip>
          <a:srcRect b="0" l="0" r="0" t="0"/>
          <a:stretch/>
        </p:blipFill>
        <p:spPr>
          <a:xfrm>
            <a:off x="7949092" y="2703302"/>
            <a:ext cx="4242908" cy="4154698"/>
          </a:xfrm>
          <a:prstGeom prst="rect">
            <a:avLst/>
          </a:prstGeom>
          <a:noFill/>
          <a:ln>
            <a:noFill/>
          </a:ln>
        </p:spPr>
      </p:pic>
      <p:sp>
        <p:nvSpPr>
          <p:cNvPr id="113" name="Google Shape;113;g3ecd9d5b514_4_38"/>
          <p:cNvSpPr txBox="1"/>
          <p:nvPr>
            <p:ph type="ctrTitle"/>
          </p:nvPr>
        </p:nvSpPr>
        <p:spPr>
          <a:xfrm>
            <a:off x="609600" y="2537925"/>
            <a:ext cx="9144000" cy="15240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262626"/>
              </a:buClr>
              <a:buSzPts val="4000"/>
              <a:buFont typeface="Verdana"/>
              <a:buNone/>
              <a:defRPr b="1"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g3ecd9d5b514_4_38"/>
          <p:cNvSpPr txBox="1"/>
          <p:nvPr>
            <p:ph idx="1" type="subTitle"/>
          </p:nvPr>
        </p:nvSpPr>
        <p:spPr>
          <a:xfrm>
            <a:off x="609600" y="4293573"/>
            <a:ext cx="9144000" cy="990600"/>
          </a:xfrm>
          <a:prstGeom prst="rect">
            <a:avLst/>
          </a:prstGeom>
          <a:noFill/>
          <a:ln>
            <a:noFill/>
          </a:ln>
        </p:spPr>
        <p:txBody>
          <a:bodyPr anchorCtr="0" anchor="t" bIns="45700" lIns="91425" spcFirstLastPara="1" rIns="91425" wrap="square" tIns="45700">
            <a:normAutofit/>
          </a:bodyPr>
          <a:lstStyle>
            <a:lvl1pPr lvl="0" algn="l">
              <a:lnSpc>
                <a:spcPct val="95000"/>
              </a:lnSpc>
              <a:spcBef>
                <a:spcPts val="1200"/>
              </a:spcBef>
              <a:spcAft>
                <a:spcPts val="0"/>
              </a:spcAft>
              <a:buSzPts val="2800"/>
              <a:buNone/>
              <a:defRPr sz="2800">
                <a:solidFill>
                  <a:schemeClr val="dk2"/>
                </a:solidFill>
              </a:defRPr>
            </a:lvl1pPr>
            <a:lvl2pPr lvl="1" algn="ctr">
              <a:lnSpc>
                <a:spcPct val="95000"/>
              </a:lnSpc>
              <a:spcBef>
                <a:spcPts val="600"/>
              </a:spcBef>
              <a:spcAft>
                <a:spcPts val="0"/>
              </a:spcAft>
              <a:buSzPts val="2000"/>
              <a:buNone/>
              <a:defRPr>
                <a:solidFill>
                  <a:srgbClr val="888888"/>
                </a:solidFill>
              </a:defRPr>
            </a:lvl2pPr>
            <a:lvl3pPr lvl="2" algn="ctr">
              <a:lnSpc>
                <a:spcPct val="95000"/>
              </a:lnSpc>
              <a:spcBef>
                <a:spcPts val="600"/>
              </a:spcBef>
              <a:spcAft>
                <a:spcPts val="0"/>
              </a:spcAft>
              <a:buSzPts val="1800"/>
              <a:buNone/>
              <a:defRPr>
                <a:solidFill>
                  <a:srgbClr val="888888"/>
                </a:solidFill>
              </a:defRPr>
            </a:lvl3pPr>
            <a:lvl4pPr lvl="3" algn="ctr">
              <a:lnSpc>
                <a:spcPct val="95000"/>
              </a:lnSpc>
              <a:spcBef>
                <a:spcPts val="600"/>
              </a:spcBef>
              <a:spcAft>
                <a:spcPts val="0"/>
              </a:spcAft>
              <a:buSzPts val="1600"/>
              <a:buNone/>
              <a:defRPr>
                <a:solidFill>
                  <a:srgbClr val="888888"/>
                </a:solidFill>
              </a:defRPr>
            </a:lvl4pPr>
            <a:lvl5pPr lvl="4" algn="ctr">
              <a:lnSpc>
                <a:spcPct val="95000"/>
              </a:lnSpc>
              <a:spcBef>
                <a:spcPts val="600"/>
              </a:spcBef>
              <a:spcAft>
                <a:spcPts val="0"/>
              </a:spcAft>
              <a:buSzPts val="1600"/>
              <a:buNone/>
              <a:defRPr>
                <a:solidFill>
                  <a:srgbClr val="888888"/>
                </a:solidFill>
              </a:defRPr>
            </a:lvl5pPr>
            <a:lvl6pPr lvl="5" algn="ctr">
              <a:lnSpc>
                <a:spcPct val="100000"/>
              </a:lnSpc>
              <a:spcBef>
                <a:spcPts val="320"/>
              </a:spcBef>
              <a:spcAft>
                <a:spcPts val="0"/>
              </a:spcAft>
              <a:buSzPts val="1600"/>
              <a:buNone/>
              <a:defRPr>
                <a:solidFill>
                  <a:srgbClr val="888888"/>
                </a:solidFill>
              </a:defRPr>
            </a:lvl6pPr>
            <a:lvl7pPr lvl="6" algn="ctr">
              <a:lnSpc>
                <a:spcPct val="100000"/>
              </a:lnSpc>
              <a:spcBef>
                <a:spcPts val="320"/>
              </a:spcBef>
              <a:spcAft>
                <a:spcPts val="0"/>
              </a:spcAft>
              <a:buSzPts val="1600"/>
              <a:buNone/>
              <a:defRPr>
                <a:solidFill>
                  <a:srgbClr val="888888"/>
                </a:solidFill>
              </a:defRPr>
            </a:lvl7pPr>
            <a:lvl8pPr lvl="7" algn="ctr">
              <a:lnSpc>
                <a:spcPct val="100000"/>
              </a:lnSpc>
              <a:spcBef>
                <a:spcPts val="320"/>
              </a:spcBef>
              <a:spcAft>
                <a:spcPts val="0"/>
              </a:spcAft>
              <a:buSzPts val="1600"/>
              <a:buNone/>
              <a:defRPr>
                <a:solidFill>
                  <a:srgbClr val="888888"/>
                </a:solidFill>
              </a:defRPr>
            </a:lvl8pPr>
            <a:lvl9pPr lvl="8" algn="ctr">
              <a:lnSpc>
                <a:spcPct val="100000"/>
              </a:lnSpc>
              <a:spcBef>
                <a:spcPts val="320"/>
              </a:spcBef>
              <a:spcAft>
                <a:spcPts val="0"/>
              </a:spcAft>
              <a:buSzPts val="1600"/>
              <a:buNone/>
              <a:defRPr>
                <a:solidFill>
                  <a:srgbClr val="888888"/>
                </a:solidFill>
              </a:defRPr>
            </a:lvl9pPr>
          </a:lstStyle>
          <a:p/>
        </p:txBody>
      </p:sp>
      <p:pic>
        <p:nvPicPr>
          <p:cNvPr id="115" name="Google Shape;115;g3ecd9d5b514_4_38"/>
          <p:cNvPicPr preferRelativeResize="0"/>
          <p:nvPr/>
        </p:nvPicPr>
        <p:blipFill rotWithShape="1">
          <a:blip r:embed="rId3">
            <a:alphaModFix/>
          </a:blip>
          <a:srcRect b="0" l="0" r="0" t="0"/>
          <a:stretch/>
        </p:blipFill>
        <p:spPr>
          <a:xfrm>
            <a:off x="711200" y="1102893"/>
            <a:ext cx="3383439" cy="872292"/>
          </a:xfrm>
          <a:prstGeom prst="rect">
            <a:avLst/>
          </a:prstGeom>
          <a:noFill/>
          <a:ln>
            <a:noFill/>
          </a:ln>
        </p:spPr>
      </p:pic>
    </p:spTree>
  </p:cSld>
  <p:clrMapOvr>
    <a:masterClrMapping/>
  </p:clrMapOvr>
  <p:extLst>
    <p:ext uri="{DCECCB84-F9BA-43D5-87BE-67443E8EF086}">
      <p15:sldGuideLst>
        <p15:guide id="1" pos="45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2" showMasterSp="0">
  <p:cSld name="Title2">
    <p:bg>
      <p:bgPr>
        <a:solidFill>
          <a:schemeClr val="lt2"/>
        </a:solidFill>
      </p:bgPr>
    </p:bg>
    <p:spTree>
      <p:nvGrpSpPr>
        <p:cNvPr id="116" name="Shape 116"/>
        <p:cNvGrpSpPr/>
        <p:nvPr/>
      </p:nvGrpSpPr>
      <p:grpSpPr>
        <a:xfrm>
          <a:off x="0" y="0"/>
          <a:ext cx="0" cy="0"/>
          <a:chOff x="0" y="0"/>
          <a:chExt cx="0" cy="0"/>
        </a:xfrm>
      </p:grpSpPr>
      <p:pic>
        <p:nvPicPr>
          <p:cNvPr id="117" name="Google Shape;117;g3ecd9d5b514_4_43"/>
          <p:cNvPicPr preferRelativeResize="0"/>
          <p:nvPr/>
        </p:nvPicPr>
        <p:blipFill rotWithShape="1">
          <a:blip r:embed="rId2">
            <a:alphaModFix amt="10000"/>
          </a:blip>
          <a:srcRect b="0" l="0" r="0" t="0"/>
          <a:stretch/>
        </p:blipFill>
        <p:spPr>
          <a:xfrm>
            <a:off x="8019764" y="2702755"/>
            <a:ext cx="4172236" cy="4172236"/>
          </a:xfrm>
          <a:prstGeom prst="rect">
            <a:avLst/>
          </a:prstGeom>
          <a:noFill/>
          <a:ln>
            <a:noFill/>
          </a:ln>
          <a:effectLst>
            <a:outerShdw blurRad="50800" rotWithShape="0" algn="ctr">
              <a:srgbClr val="000000"/>
            </a:outerShdw>
          </a:effectLst>
        </p:spPr>
      </p:pic>
      <p:sp>
        <p:nvSpPr>
          <p:cNvPr id="118" name="Google Shape;118;g3ecd9d5b514_4_43"/>
          <p:cNvSpPr txBox="1"/>
          <p:nvPr>
            <p:ph type="ctrTitle"/>
          </p:nvPr>
        </p:nvSpPr>
        <p:spPr>
          <a:xfrm>
            <a:off x="609600" y="2537925"/>
            <a:ext cx="9144000" cy="15240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1"/>
              </a:buClr>
              <a:buSzPts val="4000"/>
              <a:buFont typeface="Verdana"/>
              <a:buNone/>
              <a:defRPr b="1"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g3ecd9d5b514_4_43"/>
          <p:cNvSpPr txBox="1"/>
          <p:nvPr>
            <p:ph idx="1" type="subTitle"/>
          </p:nvPr>
        </p:nvSpPr>
        <p:spPr>
          <a:xfrm>
            <a:off x="609600" y="4293573"/>
            <a:ext cx="9144000" cy="990600"/>
          </a:xfrm>
          <a:prstGeom prst="rect">
            <a:avLst/>
          </a:prstGeom>
          <a:noFill/>
          <a:ln>
            <a:noFill/>
          </a:ln>
        </p:spPr>
        <p:txBody>
          <a:bodyPr anchorCtr="0" anchor="t" bIns="45700" lIns="91425" spcFirstLastPara="1" rIns="91425" wrap="square" tIns="45700">
            <a:normAutofit/>
          </a:bodyPr>
          <a:lstStyle>
            <a:lvl1pPr lvl="0" algn="l">
              <a:lnSpc>
                <a:spcPct val="95000"/>
              </a:lnSpc>
              <a:spcBef>
                <a:spcPts val="1200"/>
              </a:spcBef>
              <a:spcAft>
                <a:spcPts val="0"/>
              </a:spcAft>
              <a:buSzPts val="2800"/>
              <a:buNone/>
              <a:defRPr sz="2800">
                <a:solidFill>
                  <a:schemeClr val="lt1"/>
                </a:solidFill>
              </a:defRPr>
            </a:lvl1pPr>
            <a:lvl2pPr lvl="1" algn="ctr">
              <a:lnSpc>
                <a:spcPct val="95000"/>
              </a:lnSpc>
              <a:spcBef>
                <a:spcPts val="600"/>
              </a:spcBef>
              <a:spcAft>
                <a:spcPts val="0"/>
              </a:spcAft>
              <a:buSzPts val="2000"/>
              <a:buNone/>
              <a:defRPr>
                <a:solidFill>
                  <a:srgbClr val="888888"/>
                </a:solidFill>
              </a:defRPr>
            </a:lvl2pPr>
            <a:lvl3pPr lvl="2" algn="ctr">
              <a:lnSpc>
                <a:spcPct val="95000"/>
              </a:lnSpc>
              <a:spcBef>
                <a:spcPts val="600"/>
              </a:spcBef>
              <a:spcAft>
                <a:spcPts val="0"/>
              </a:spcAft>
              <a:buSzPts val="1800"/>
              <a:buNone/>
              <a:defRPr>
                <a:solidFill>
                  <a:srgbClr val="888888"/>
                </a:solidFill>
              </a:defRPr>
            </a:lvl3pPr>
            <a:lvl4pPr lvl="3" algn="ctr">
              <a:lnSpc>
                <a:spcPct val="95000"/>
              </a:lnSpc>
              <a:spcBef>
                <a:spcPts val="600"/>
              </a:spcBef>
              <a:spcAft>
                <a:spcPts val="0"/>
              </a:spcAft>
              <a:buSzPts val="1600"/>
              <a:buNone/>
              <a:defRPr>
                <a:solidFill>
                  <a:srgbClr val="888888"/>
                </a:solidFill>
              </a:defRPr>
            </a:lvl4pPr>
            <a:lvl5pPr lvl="4" algn="ctr">
              <a:lnSpc>
                <a:spcPct val="95000"/>
              </a:lnSpc>
              <a:spcBef>
                <a:spcPts val="600"/>
              </a:spcBef>
              <a:spcAft>
                <a:spcPts val="0"/>
              </a:spcAft>
              <a:buSzPts val="1600"/>
              <a:buNone/>
              <a:defRPr>
                <a:solidFill>
                  <a:srgbClr val="888888"/>
                </a:solidFill>
              </a:defRPr>
            </a:lvl5pPr>
            <a:lvl6pPr lvl="5" algn="ctr">
              <a:lnSpc>
                <a:spcPct val="100000"/>
              </a:lnSpc>
              <a:spcBef>
                <a:spcPts val="320"/>
              </a:spcBef>
              <a:spcAft>
                <a:spcPts val="0"/>
              </a:spcAft>
              <a:buSzPts val="1600"/>
              <a:buNone/>
              <a:defRPr>
                <a:solidFill>
                  <a:srgbClr val="888888"/>
                </a:solidFill>
              </a:defRPr>
            </a:lvl6pPr>
            <a:lvl7pPr lvl="6" algn="ctr">
              <a:lnSpc>
                <a:spcPct val="100000"/>
              </a:lnSpc>
              <a:spcBef>
                <a:spcPts val="320"/>
              </a:spcBef>
              <a:spcAft>
                <a:spcPts val="0"/>
              </a:spcAft>
              <a:buSzPts val="1600"/>
              <a:buNone/>
              <a:defRPr>
                <a:solidFill>
                  <a:srgbClr val="888888"/>
                </a:solidFill>
              </a:defRPr>
            </a:lvl7pPr>
            <a:lvl8pPr lvl="7" algn="ctr">
              <a:lnSpc>
                <a:spcPct val="100000"/>
              </a:lnSpc>
              <a:spcBef>
                <a:spcPts val="320"/>
              </a:spcBef>
              <a:spcAft>
                <a:spcPts val="0"/>
              </a:spcAft>
              <a:buSzPts val="1600"/>
              <a:buNone/>
              <a:defRPr>
                <a:solidFill>
                  <a:srgbClr val="888888"/>
                </a:solidFill>
              </a:defRPr>
            </a:lvl8pPr>
            <a:lvl9pPr lvl="8" algn="ctr">
              <a:lnSpc>
                <a:spcPct val="100000"/>
              </a:lnSpc>
              <a:spcBef>
                <a:spcPts val="320"/>
              </a:spcBef>
              <a:spcAft>
                <a:spcPts val="0"/>
              </a:spcAft>
              <a:buSzPts val="1600"/>
              <a:buNone/>
              <a:defRPr>
                <a:solidFill>
                  <a:srgbClr val="888888"/>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20" name="Shape 120"/>
        <p:cNvGrpSpPr/>
        <p:nvPr/>
      </p:nvGrpSpPr>
      <p:grpSpPr>
        <a:xfrm>
          <a:off x="0" y="0"/>
          <a:ext cx="0" cy="0"/>
          <a:chOff x="0" y="0"/>
          <a:chExt cx="0" cy="0"/>
        </a:xfrm>
      </p:grpSpPr>
      <p:sp>
        <p:nvSpPr>
          <p:cNvPr id="121" name="Google Shape;121;g3ecd9d5b514_4_47"/>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g3ecd9d5b514_4_47"/>
          <p:cNvSpPr txBox="1"/>
          <p:nvPr>
            <p:ph idx="1" type="body"/>
          </p:nvPr>
        </p:nvSpPr>
        <p:spPr>
          <a:xfrm>
            <a:off x="1016000" y="1676400"/>
            <a:ext cx="4876800" cy="4495800"/>
          </a:xfrm>
          <a:prstGeom prst="rect">
            <a:avLst/>
          </a:prstGeom>
          <a:noFill/>
          <a:ln>
            <a:noFill/>
          </a:ln>
        </p:spPr>
        <p:txBody>
          <a:bodyPr anchorCtr="0" anchor="t" bIns="45700" lIns="91425" spcFirstLastPara="1" rIns="91425" wrap="square" tIns="45700">
            <a:normAutofit/>
          </a:bodyPr>
          <a:lstStyle>
            <a:lvl1pPr indent="-381000" lvl="0" marL="457200" algn="l">
              <a:lnSpc>
                <a:spcPct val="95000"/>
              </a:lnSpc>
              <a:spcBef>
                <a:spcPts val="1200"/>
              </a:spcBef>
              <a:spcAft>
                <a:spcPts val="0"/>
              </a:spcAft>
              <a:buSzPts val="2400"/>
              <a:buChar char="•"/>
              <a:defRPr sz="2400"/>
            </a:lvl1pPr>
            <a:lvl2pPr indent="-355600" lvl="1" marL="914400" algn="l">
              <a:lnSpc>
                <a:spcPct val="95000"/>
              </a:lnSpc>
              <a:spcBef>
                <a:spcPts val="600"/>
              </a:spcBef>
              <a:spcAft>
                <a:spcPts val="0"/>
              </a:spcAft>
              <a:buSzPts val="2000"/>
              <a:buChar char="─"/>
              <a:defRPr sz="2000"/>
            </a:lvl2pPr>
            <a:lvl3pPr indent="-342900" lvl="2" marL="1371600" algn="l">
              <a:lnSpc>
                <a:spcPct val="95000"/>
              </a:lnSpc>
              <a:spcBef>
                <a:spcPts val="600"/>
              </a:spcBef>
              <a:spcAft>
                <a:spcPts val="0"/>
              </a:spcAft>
              <a:buSzPts val="1800"/>
              <a:buChar char="▪"/>
              <a:defRPr sz="1800"/>
            </a:lvl3pPr>
            <a:lvl4pPr indent="-330200" lvl="3" marL="1828800" algn="l">
              <a:lnSpc>
                <a:spcPct val="95000"/>
              </a:lnSpc>
              <a:spcBef>
                <a:spcPts val="600"/>
              </a:spcBef>
              <a:spcAft>
                <a:spcPts val="0"/>
              </a:spcAft>
              <a:buSzPts val="1600"/>
              <a:buChar char="o"/>
              <a:defRPr sz="1600"/>
            </a:lvl4pPr>
            <a:lvl5pPr indent="-330200" lvl="4" marL="2286000" algn="l">
              <a:lnSpc>
                <a:spcPct val="95000"/>
              </a:lnSpc>
              <a:spcBef>
                <a:spcPts val="600"/>
              </a:spcBef>
              <a:spcAft>
                <a:spcPts val="0"/>
              </a:spcAft>
              <a:buSzPts val="1600"/>
              <a:buChar char="•"/>
              <a:defRPr sz="1600"/>
            </a:lvl5pPr>
            <a:lvl6pPr indent="-342900" lvl="5" marL="2743200" algn="l">
              <a:lnSpc>
                <a:spcPct val="100000"/>
              </a:lnSpc>
              <a:spcBef>
                <a:spcPts val="360"/>
              </a:spcBef>
              <a:spcAft>
                <a:spcPts val="0"/>
              </a:spcAft>
              <a:buSzPts val="1800"/>
              <a:buChar char="•"/>
              <a:defRPr sz="1800"/>
            </a:lvl6pPr>
            <a:lvl7pPr indent="-342900" lvl="6" marL="3200400" algn="l">
              <a:lnSpc>
                <a:spcPct val="100000"/>
              </a:lnSpc>
              <a:spcBef>
                <a:spcPts val="360"/>
              </a:spcBef>
              <a:spcAft>
                <a:spcPts val="0"/>
              </a:spcAft>
              <a:buSzPts val="1800"/>
              <a:buChar char="•"/>
              <a:defRPr sz="1800"/>
            </a:lvl7pPr>
            <a:lvl8pPr indent="-342900" lvl="7" marL="3657600" algn="l">
              <a:lnSpc>
                <a:spcPct val="100000"/>
              </a:lnSpc>
              <a:spcBef>
                <a:spcPts val="360"/>
              </a:spcBef>
              <a:spcAft>
                <a:spcPts val="0"/>
              </a:spcAft>
              <a:buSzPts val="1800"/>
              <a:buChar char="•"/>
              <a:defRPr sz="1800"/>
            </a:lvl8pPr>
            <a:lvl9pPr indent="-342900" lvl="8" marL="4114800" algn="l">
              <a:lnSpc>
                <a:spcPct val="100000"/>
              </a:lnSpc>
              <a:spcBef>
                <a:spcPts val="360"/>
              </a:spcBef>
              <a:spcAft>
                <a:spcPts val="0"/>
              </a:spcAft>
              <a:buSzPts val="1800"/>
              <a:buChar char="•"/>
              <a:defRPr sz="1800"/>
            </a:lvl9pPr>
          </a:lstStyle>
          <a:p/>
        </p:txBody>
      </p:sp>
      <p:sp>
        <p:nvSpPr>
          <p:cNvPr id="123" name="Google Shape;123;g3ecd9d5b514_4_47"/>
          <p:cNvSpPr txBox="1"/>
          <p:nvPr>
            <p:ph idx="2" type="body"/>
          </p:nvPr>
        </p:nvSpPr>
        <p:spPr>
          <a:xfrm>
            <a:off x="6197600" y="1676400"/>
            <a:ext cx="4876800" cy="4495800"/>
          </a:xfrm>
          <a:prstGeom prst="rect">
            <a:avLst/>
          </a:prstGeom>
          <a:noFill/>
          <a:ln>
            <a:noFill/>
          </a:ln>
        </p:spPr>
        <p:txBody>
          <a:bodyPr anchorCtr="0" anchor="t" bIns="45700" lIns="91425" spcFirstLastPara="1" rIns="91425" wrap="square" tIns="45700">
            <a:normAutofit/>
          </a:bodyPr>
          <a:lstStyle>
            <a:lvl1pPr indent="-381000" lvl="0" marL="457200" algn="l">
              <a:lnSpc>
                <a:spcPct val="95000"/>
              </a:lnSpc>
              <a:spcBef>
                <a:spcPts val="1200"/>
              </a:spcBef>
              <a:spcAft>
                <a:spcPts val="0"/>
              </a:spcAft>
              <a:buSzPts val="2400"/>
              <a:buChar char="•"/>
              <a:defRPr sz="2400"/>
            </a:lvl1pPr>
            <a:lvl2pPr indent="-355600" lvl="1" marL="914400" algn="l">
              <a:lnSpc>
                <a:spcPct val="95000"/>
              </a:lnSpc>
              <a:spcBef>
                <a:spcPts val="600"/>
              </a:spcBef>
              <a:spcAft>
                <a:spcPts val="0"/>
              </a:spcAft>
              <a:buSzPts val="2000"/>
              <a:buChar char="─"/>
              <a:defRPr sz="2000"/>
            </a:lvl2pPr>
            <a:lvl3pPr indent="-342900" lvl="2" marL="1371600" algn="l">
              <a:lnSpc>
                <a:spcPct val="95000"/>
              </a:lnSpc>
              <a:spcBef>
                <a:spcPts val="600"/>
              </a:spcBef>
              <a:spcAft>
                <a:spcPts val="0"/>
              </a:spcAft>
              <a:buSzPts val="1800"/>
              <a:buChar char="▪"/>
              <a:defRPr sz="1800"/>
            </a:lvl3pPr>
            <a:lvl4pPr indent="-330200" lvl="3" marL="1828800" algn="l">
              <a:lnSpc>
                <a:spcPct val="95000"/>
              </a:lnSpc>
              <a:spcBef>
                <a:spcPts val="600"/>
              </a:spcBef>
              <a:spcAft>
                <a:spcPts val="0"/>
              </a:spcAft>
              <a:buSzPts val="1600"/>
              <a:buChar char="o"/>
              <a:defRPr sz="1600"/>
            </a:lvl4pPr>
            <a:lvl5pPr indent="-330200" lvl="4" marL="2286000" algn="l">
              <a:lnSpc>
                <a:spcPct val="95000"/>
              </a:lnSpc>
              <a:spcBef>
                <a:spcPts val="600"/>
              </a:spcBef>
              <a:spcAft>
                <a:spcPts val="0"/>
              </a:spcAft>
              <a:buSzPts val="1600"/>
              <a:buChar char="•"/>
              <a:defRPr sz="1600"/>
            </a:lvl5pPr>
            <a:lvl6pPr indent="-342900" lvl="5" marL="2743200" algn="l">
              <a:lnSpc>
                <a:spcPct val="100000"/>
              </a:lnSpc>
              <a:spcBef>
                <a:spcPts val="360"/>
              </a:spcBef>
              <a:spcAft>
                <a:spcPts val="0"/>
              </a:spcAft>
              <a:buSzPts val="1800"/>
              <a:buChar char="•"/>
              <a:defRPr sz="1800"/>
            </a:lvl6pPr>
            <a:lvl7pPr indent="-342900" lvl="6" marL="3200400" algn="l">
              <a:lnSpc>
                <a:spcPct val="100000"/>
              </a:lnSpc>
              <a:spcBef>
                <a:spcPts val="360"/>
              </a:spcBef>
              <a:spcAft>
                <a:spcPts val="0"/>
              </a:spcAft>
              <a:buSzPts val="1800"/>
              <a:buChar char="•"/>
              <a:defRPr sz="1800"/>
            </a:lvl7pPr>
            <a:lvl8pPr indent="-342900" lvl="7" marL="3657600" algn="l">
              <a:lnSpc>
                <a:spcPct val="100000"/>
              </a:lnSpc>
              <a:spcBef>
                <a:spcPts val="360"/>
              </a:spcBef>
              <a:spcAft>
                <a:spcPts val="0"/>
              </a:spcAft>
              <a:buSzPts val="1800"/>
              <a:buChar char="•"/>
              <a:defRPr sz="1800"/>
            </a:lvl8pPr>
            <a:lvl9pPr indent="-342900" lvl="8" marL="4114800" algn="l">
              <a:lnSpc>
                <a:spcPct val="100000"/>
              </a:lnSpc>
              <a:spcBef>
                <a:spcPts val="360"/>
              </a:spcBef>
              <a:spcAft>
                <a:spcPts val="0"/>
              </a:spcAft>
              <a:buSzPts val="1800"/>
              <a:buChar char="•"/>
              <a:defRPr sz="1800"/>
            </a:lvl9pPr>
          </a:lstStyle>
          <a:p/>
        </p:txBody>
      </p:sp>
      <p:sp>
        <p:nvSpPr>
          <p:cNvPr id="124" name="Google Shape;124;g3ecd9d5b514_4_47"/>
          <p:cNvSpPr txBox="1"/>
          <p:nvPr>
            <p:ph idx="12" type="sldNum"/>
          </p:nvPr>
        </p:nvSpPr>
        <p:spPr>
          <a:xfrm>
            <a:off x="1" y="6387664"/>
            <a:ext cx="609600" cy="3942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US"/>
              <a:t>‹#›</a:t>
            </a:fld>
            <a:endParaRPr/>
          </a:p>
        </p:txBody>
      </p:sp>
      <p:sp>
        <p:nvSpPr>
          <p:cNvPr id="125" name="Google Shape;125;g3ecd9d5b514_4_47"/>
          <p:cNvSpPr txBox="1"/>
          <p:nvPr>
            <p:ph idx="11" type="ftr"/>
          </p:nvPr>
        </p:nvSpPr>
        <p:spPr>
          <a:xfrm>
            <a:off x="609600" y="6400800"/>
            <a:ext cx="6807300" cy="304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6" name="Shape 126"/>
        <p:cNvGrpSpPr/>
        <p:nvPr/>
      </p:nvGrpSpPr>
      <p:grpSpPr>
        <a:xfrm>
          <a:off x="0" y="0"/>
          <a:ext cx="0" cy="0"/>
          <a:chOff x="0" y="0"/>
          <a:chExt cx="0" cy="0"/>
        </a:xfrm>
      </p:grpSpPr>
      <p:sp>
        <p:nvSpPr>
          <p:cNvPr id="127" name="Google Shape;127;g3ecd9d5b514_4_53"/>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262626"/>
              </a:buClr>
              <a:buSzPts val="3200"/>
              <a:buFont typeface="Verdan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g3ecd9d5b514_4_53"/>
          <p:cNvSpPr txBox="1"/>
          <p:nvPr>
            <p:ph idx="1" type="body"/>
          </p:nvPr>
        </p:nvSpPr>
        <p:spPr>
          <a:xfrm>
            <a:off x="1016000" y="1496736"/>
            <a:ext cx="4876800" cy="639900"/>
          </a:xfrm>
          <a:prstGeom prst="rect">
            <a:avLst/>
          </a:prstGeom>
          <a:noFill/>
          <a:ln>
            <a:noFill/>
          </a:ln>
        </p:spPr>
        <p:txBody>
          <a:bodyPr anchorCtr="0" anchor="b" bIns="45700" lIns="91425" spcFirstLastPara="1" rIns="91425" wrap="square" tIns="45700">
            <a:noAutofit/>
          </a:bodyPr>
          <a:lstStyle>
            <a:lvl1pPr indent="-228600" lvl="0" marL="457200" algn="l">
              <a:lnSpc>
                <a:spcPct val="95000"/>
              </a:lnSpc>
              <a:spcBef>
                <a:spcPts val="1200"/>
              </a:spcBef>
              <a:spcAft>
                <a:spcPts val="0"/>
              </a:spcAft>
              <a:buSzPts val="2000"/>
              <a:buNone/>
              <a:defRPr b="1" sz="2000">
                <a:solidFill>
                  <a:schemeClr val="dk2"/>
                </a:solidFill>
                <a:latin typeface="Verdana"/>
                <a:ea typeface="Verdana"/>
                <a:cs typeface="Verdana"/>
                <a:sym typeface="Verdana"/>
              </a:defRPr>
            </a:lvl1pPr>
            <a:lvl2pPr indent="-228600" lvl="1" marL="914400" algn="l">
              <a:lnSpc>
                <a:spcPct val="95000"/>
              </a:lnSpc>
              <a:spcBef>
                <a:spcPts val="600"/>
              </a:spcBef>
              <a:spcAft>
                <a:spcPts val="0"/>
              </a:spcAft>
              <a:buSzPts val="2000"/>
              <a:buNone/>
              <a:defRPr b="1" sz="2000"/>
            </a:lvl2pPr>
            <a:lvl3pPr indent="-228600" lvl="2" marL="1371600" algn="l">
              <a:lnSpc>
                <a:spcPct val="95000"/>
              </a:lnSpc>
              <a:spcBef>
                <a:spcPts val="600"/>
              </a:spcBef>
              <a:spcAft>
                <a:spcPts val="0"/>
              </a:spcAft>
              <a:buSzPts val="1800"/>
              <a:buNone/>
              <a:defRPr b="1" sz="1800"/>
            </a:lvl3pPr>
            <a:lvl4pPr indent="-228600" lvl="3" marL="1828800" algn="l">
              <a:lnSpc>
                <a:spcPct val="95000"/>
              </a:lnSpc>
              <a:spcBef>
                <a:spcPts val="600"/>
              </a:spcBef>
              <a:spcAft>
                <a:spcPts val="0"/>
              </a:spcAft>
              <a:buSzPts val="1600"/>
              <a:buNone/>
              <a:defRPr b="1" sz="1600"/>
            </a:lvl4pPr>
            <a:lvl5pPr indent="-228600" lvl="4" marL="2286000" algn="l">
              <a:lnSpc>
                <a:spcPct val="95000"/>
              </a:lnSpc>
              <a:spcBef>
                <a:spcPts val="600"/>
              </a:spcBef>
              <a:spcAft>
                <a:spcPts val="0"/>
              </a:spcAft>
              <a:buSzPts val="1600"/>
              <a:buNone/>
              <a:defRPr b="1" sz="1600"/>
            </a:lvl5pPr>
            <a:lvl6pPr indent="-228600" lvl="5" marL="2743200" algn="l">
              <a:lnSpc>
                <a:spcPct val="100000"/>
              </a:lnSpc>
              <a:spcBef>
                <a:spcPts val="320"/>
              </a:spcBef>
              <a:spcAft>
                <a:spcPts val="0"/>
              </a:spcAft>
              <a:buSzPts val="1600"/>
              <a:buNone/>
              <a:defRPr b="1" sz="1600"/>
            </a:lvl6pPr>
            <a:lvl7pPr indent="-228600" lvl="6" marL="3200400" algn="l">
              <a:lnSpc>
                <a:spcPct val="100000"/>
              </a:lnSpc>
              <a:spcBef>
                <a:spcPts val="320"/>
              </a:spcBef>
              <a:spcAft>
                <a:spcPts val="0"/>
              </a:spcAft>
              <a:buSzPts val="1600"/>
              <a:buNone/>
              <a:defRPr b="1" sz="1600"/>
            </a:lvl7pPr>
            <a:lvl8pPr indent="-228600" lvl="7" marL="3657600" algn="l">
              <a:lnSpc>
                <a:spcPct val="100000"/>
              </a:lnSpc>
              <a:spcBef>
                <a:spcPts val="320"/>
              </a:spcBef>
              <a:spcAft>
                <a:spcPts val="0"/>
              </a:spcAft>
              <a:buSzPts val="1600"/>
              <a:buNone/>
              <a:defRPr b="1" sz="1600"/>
            </a:lvl8pPr>
            <a:lvl9pPr indent="-228600" lvl="8" marL="4114800" algn="l">
              <a:lnSpc>
                <a:spcPct val="100000"/>
              </a:lnSpc>
              <a:spcBef>
                <a:spcPts val="320"/>
              </a:spcBef>
              <a:spcAft>
                <a:spcPts val="0"/>
              </a:spcAft>
              <a:buSzPts val="1600"/>
              <a:buNone/>
              <a:defRPr b="1" sz="1600"/>
            </a:lvl9pPr>
          </a:lstStyle>
          <a:p/>
        </p:txBody>
      </p:sp>
      <p:sp>
        <p:nvSpPr>
          <p:cNvPr id="129" name="Google Shape;129;g3ecd9d5b514_4_53"/>
          <p:cNvSpPr txBox="1"/>
          <p:nvPr>
            <p:ph idx="2" type="body"/>
          </p:nvPr>
        </p:nvSpPr>
        <p:spPr>
          <a:xfrm>
            <a:off x="1016000" y="2216400"/>
            <a:ext cx="4876800" cy="3955800"/>
          </a:xfrm>
          <a:prstGeom prst="rect">
            <a:avLst/>
          </a:prstGeom>
          <a:noFill/>
          <a:ln>
            <a:noFill/>
          </a:ln>
        </p:spPr>
        <p:txBody>
          <a:bodyPr anchorCtr="0" anchor="t" bIns="45700" lIns="91425" spcFirstLastPara="1" rIns="91425" wrap="square" tIns="45700">
            <a:normAutofit/>
          </a:bodyPr>
          <a:lstStyle>
            <a:lvl1pPr indent="-355600" lvl="0" marL="457200" algn="l">
              <a:lnSpc>
                <a:spcPct val="95000"/>
              </a:lnSpc>
              <a:spcBef>
                <a:spcPts val="1200"/>
              </a:spcBef>
              <a:spcAft>
                <a:spcPts val="0"/>
              </a:spcAft>
              <a:buSzPts val="2000"/>
              <a:buChar char="•"/>
              <a:defRPr sz="2000"/>
            </a:lvl1pPr>
            <a:lvl2pPr indent="-342900" lvl="1" marL="914400" algn="l">
              <a:lnSpc>
                <a:spcPct val="95000"/>
              </a:lnSpc>
              <a:spcBef>
                <a:spcPts val="600"/>
              </a:spcBef>
              <a:spcAft>
                <a:spcPts val="0"/>
              </a:spcAft>
              <a:buSzPts val="1800"/>
              <a:buChar char="─"/>
              <a:defRPr sz="1800"/>
            </a:lvl2pPr>
            <a:lvl3pPr indent="-330200" lvl="2" marL="1371600" algn="l">
              <a:lnSpc>
                <a:spcPct val="95000"/>
              </a:lnSpc>
              <a:spcBef>
                <a:spcPts val="600"/>
              </a:spcBef>
              <a:spcAft>
                <a:spcPts val="0"/>
              </a:spcAft>
              <a:buSzPts val="1600"/>
              <a:buChar char="▪"/>
              <a:defRPr sz="1600"/>
            </a:lvl3pPr>
            <a:lvl4pPr indent="-317500" lvl="3" marL="1828800" algn="l">
              <a:lnSpc>
                <a:spcPct val="95000"/>
              </a:lnSpc>
              <a:spcBef>
                <a:spcPts val="600"/>
              </a:spcBef>
              <a:spcAft>
                <a:spcPts val="0"/>
              </a:spcAft>
              <a:buSzPts val="1400"/>
              <a:buChar char="o"/>
              <a:defRPr sz="1400"/>
            </a:lvl4pPr>
            <a:lvl5pPr indent="-317500" lvl="4" marL="2286000" algn="l">
              <a:lnSpc>
                <a:spcPct val="95000"/>
              </a:lnSpc>
              <a:spcBef>
                <a:spcPts val="600"/>
              </a:spcBef>
              <a:spcAft>
                <a:spcPts val="0"/>
              </a:spcAft>
              <a:buSzPts val="1400"/>
              <a:buChar char="•"/>
              <a:defRPr sz="1400"/>
            </a:lvl5pPr>
            <a:lvl6pPr indent="-330200" lvl="5" marL="2743200" algn="l">
              <a:lnSpc>
                <a:spcPct val="100000"/>
              </a:lnSpc>
              <a:spcBef>
                <a:spcPts val="320"/>
              </a:spcBef>
              <a:spcAft>
                <a:spcPts val="0"/>
              </a:spcAft>
              <a:buSzPts val="1600"/>
              <a:buChar char="•"/>
              <a:defRPr sz="1600"/>
            </a:lvl6pPr>
            <a:lvl7pPr indent="-330200" lvl="6" marL="3200400" algn="l">
              <a:lnSpc>
                <a:spcPct val="100000"/>
              </a:lnSpc>
              <a:spcBef>
                <a:spcPts val="320"/>
              </a:spcBef>
              <a:spcAft>
                <a:spcPts val="0"/>
              </a:spcAft>
              <a:buSzPts val="1600"/>
              <a:buChar char="•"/>
              <a:defRPr sz="1600"/>
            </a:lvl7pPr>
            <a:lvl8pPr indent="-330200" lvl="7" marL="3657600" algn="l">
              <a:lnSpc>
                <a:spcPct val="100000"/>
              </a:lnSpc>
              <a:spcBef>
                <a:spcPts val="320"/>
              </a:spcBef>
              <a:spcAft>
                <a:spcPts val="0"/>
              </a:spcAft>
              <a:buSzPts val="1600"/>
              <a:buChar char="•"/>
              <a:defRPr sz="1600"/>
            </a:lvl8pPr>
            <a:lvl9pPr indent="-330200" lvl="8" marL="4114800" algn="l">
              <a:lnSpc>
                <a:spcPct val="100000"/>
              </a:lnSpc>
              <a:spcBef>
                <a:spcPts val="320"/>
              </a:spcBef>
              <a:spcAft>
                <a:spcPts val="0"/>
              </a:spcAft>
              <a:buSzPts val="1600"/>
              <a:buChar char="•"/>
              <a:defRPr sz="1600"/>
            </a:lvl9pPr>
          </a:lstStyle>
          <a:p/>
        </p:txBody>
      </p:sp>
      <p:sp>
        <p:nvSpPr>
          <p:cNvPr id="130" name="Google Shape;130;g3ecd9d5b514_4_53"/>
          <p:cNvSpPr txBox="1"/>
          <p:nvPr>
            <p:ph idx="3" type="body"/>
          </p:nvPr>
        </p:nvSpPr>
        <p:spPr>
          <a:xfrm>
            <a:off x="6197600" y="1496736"/>
            <a:ext cx="4876800" cy="639900"/>
          </a:xfrm>
          <a:prstGeom prst="rect">
            <a:avLst/>
          </a:prstGeom>
          <a:noFill/>
          <a:ln>
            <a:noFill/>
          </a:ln>
        </p:spPr>
        <p:txBody>
          <a:bodyPr anchorCtr="0" anchor="b" bIns="45700" lIns="91425" spcFirstLastPara="1" rIns="91425" wrap="square" tIns="45700">
            <a:noAutofit/>
          </a:bodyPr>
          <a:lstStyle>
            <a:lvl1pPr indent="-228600" lvl="0" marL="457200" algn="l">
              <a:lnSpc>
                <a:spcPct val="95000"/>
              </a:lnSpc>
              <a:spcBef>
                <a:spcPts val="1200"/>
              </a:spcBef>
              <a:spcAft>
                <a:spcPts val="0"/>
              </a:spcAft>
              <a:buSzPts val="2000"/>
              <a:buNone/>
              <a:defRPr b="1" sz="2000">
                <a:solidFill>
                  <a:schemeClr val="dk2"/>
                </a:solidFill>
                <a:latin typeface="Verdana"/>
                <a:ea typeface="Verdana"/>
                <a:cs typeface="Verdana"/>
                <a:sym typeface="Verdana"/>
              </a:defRPr>
            </a:lvl1pPr>
            <a:lvl2pPr indent="-228600" lvl="1" marL="914400" algn="l">
              <a:lnSpc>
                <a:spcPct val="95000"/>
              </a:lnSpc>
              <a:spcBef>
                <a:spcPts val="600"/>
              </a:spcBef>
              <a:spcAft>
                <a:spcPts val="0"/>
              </a:spcAft>
              <a:buSzPts val="2000"/>
              <a:buNone/>
              <a:defRPr b="1" sz="2000"/>
            </a:lvl2pPr>
            <a:lvl3pPr indent="-228600" lvl="2" marL="1371600" algn="l">
              <a:lnSpc>
                <a:spcPct val="95000"/>
              </a:lnSpc>
              <a:spcBef>
                <a:spcPts val="600"/>
              </a:spcBef>
              <a:spcAft>
                <a:spcPts val="0"/>
              </a:spcAft>
              <a:buSzPts val="1800"/>
              <a:buNone/>
              <a:defRPr b="1" sz="1800"/>
            </a:lvl3pPr>
            <a:lvl4pPr indent="-228600" lvl="3" marL="1828800" algn="l">
              <a:lnSpc>
                <a:spcPct val="95000"/>
              </a:lnSpc>
              <a:spcBef>
                <a:spcPts val="600"/>
              </a:spcBef>
              <a:spcAft>
                <a:spcPts val="0"/>
              </a:spcAft>
              <a:buSzPts val="1600"/>
              <a:buNone/>
              <a:defRPr b="1" sz="1600"/>
            </a:lvl4pPr>
            <a:lvl5pPr indent="-228600" lvl="4" marL="2286000" algn="l">
              <a:lnSpc>
                <a:spcPct val="95000"/>
              </a:lnSpc>
              <a:spcBef>
                <a:spcPts val="600"/>
              </a:spcBef>
              <a:spcAft>
                <a:spcPts val="0"/>
              </a:spcAft>
              <a:buSzPts val="1600"/>
              <a:buNone/>
              <a:defRPr b="1" sz="1600"/>
            </a:lvl5pPr>
            <a:lvl6pPr indent="-228600" lvl="5" marL="2743200" algn="l">
              <a:lnSpc>
                <a:spcPct val="100000"/>
              </a:lnSpc>
              <a:spcBef>
                <a:spcPts val="320"/>
              </a:spcBef>
              <a:spcAft>
                <a:spcPts val="0"/>
              </a:spcAft>
              <a:buSzPts val="1600"/>
              <a:buNone/>
              <a:defRPr b="1" sz="1600"/>
            </a:lvl6pPr>
            <a:lvl7pPr indent="-228600" lvl="6" marL="3200400" algn="l">
              <a:lnSpc>
                <a:spcPct val="100000"/>
              </a:lnSpc>
              <a:spcBef>
                <a:spcPts val="320"/>
              </a:spcBef>
              <a:spcAft>
                <a:spcPts val="0"/>
              </a:spcAft>
              <a:buSzPts val="1600"/>
              <a:buNone/>
              <a:defRPr b="1" sz="1600"/>
            </a:lvl7pPr>
            <a:lvl8pPr indent="-228600" lvl="7" marL="3657600" algn="l">
              <a:lnSpc>
                <a:spcPct val="100000"/>
              </a:lnSpc>
              <a:spcBef>
                <a:spcPts val="320"/>
              </a:spcBef>
              <a:spcAft>
                <a:spcPts val="0"/>
              </a:spcAft>
              <a:buSzPts val="1600"/>
              <a:buNone/>
              <a:defRPr b="1" sz="1600"/>
            </a:lvl8pPr>
            <a:lvl9pPr indent="-228600" lvl="8" marL="4114800" algn="l">
              <a:lnSpc>
                <a:spcPct val="100000"/>
              </a:lnSpc>
              <a:spcBef>
                <a:spcPts val="320"/>
              </a:spcBef>
              <a:spcAft>
                <a:spcPts val="0"/>
              </a:spcAft>
              <a:buSzPts val="1600"/>
              <a:buNone/>
              <a:defRPr b="1" sz="1600"/>
            </a:lvl9pPr>
          </a:lstStyle>
          <a:p/>
        </p:txBody>
      </p:sp>
      <p:sp>
        <p:nvSpPr>
          <p:cNvPr id="131" name="Google Shape;131;g3ecd9d5b514_4_53"/>
          <p:cNvSpPr txBox="1"/>
          <p:nvPr>
            <p:ph idx="4" type="body"/>
          </p:nvPr>
        </p:nvSpPr>
        <p:spPr>
          <a:xfrm>
            <a:off x="6197600" y="2216400"/>
            <a:ext cx="4876800" cy="3955800"/>
          </a:xfrm>
          <a:prstGeom prst="rect">
            <a:avLst/>
          </a:prstGeom>
          <a:noFill/>
          <a:ln>
            <a:noFill/>
          </a:ln>
        </p:spPr>
        <p:txBody>
          <a:bodyPr anchorCtr="0" anchor="t" bIns="45700" lIns="91425" spcFirstLastPara="1" rIns="91425" wrap="square" tIns="45700">
            <a:normAutofit/>
          </a:bodyPr>
          <a:lstStyle>
            <a:lvl1pPr indent="-355600" lvl="0" marL="457200" algn="l">
              <a:lnSpc>
                <a:spcPct val="95000"/>
              </a:lnSpc>
              <a:spcBef>
                <a:spcPts val="1200"/>
              </a:spcBef>
              <a:spcAft>
                <a:spcPts val="0"/>
              </a:spcAft>
              <a:buSzPts val="2000"/>
              <a:buChar char="•"/>
              <a:defRPr sz="2000"/>
            </a:lvl1pPr>
            <a:lvl2pPr indent="-342900" lvl="1" marL="914400" algn="l">
              <a:lnSpc>
                <a:spcPct val="95000"/>
              </a:lnSpc>
              <a:spcBef>
                <a:spcPts val="600"/>
              </a:spcBef>
              <a:spcAft>
                <a:spcPts val="0"/>
              </a:spcAft>
              <a:buSzPts val="1800"/>
              <a:buChar char="─"/>
              <a:defRPr sz="1800"/>
            </a:lvl2pPr>
            <a:lvl3pPr indent="-330200" lvl="2" marL="1371600" algn="l">
              <a:lnSpc>
                <a:spcPct val="95000"/>
              </a:lnSpc>
              <a:spcBef>
                <a:spcPts val="600"/>
              </a:spcBef>
              <a:spcAft>
                <a:spcPts val="0"/>
              </a:spcAft>
              <a:buSzPts val="1600"/>
              <a:buChar char="▪"/>
              <a:defRPr sz="1600"/>
            </a:lvl3pPr>
            <a:lvl4pPr indent="-317500" lvl="3" marL="1828800" algn="l">
              <a:lnSpc>
                <a:spcPct val="95000"/>
              </a:lnSpc>
              <a:spcBef>
                <a:spcPts val="600"/>
              </a:spcBef>
              <a:spcAft>
                <a:spcPts val="0"/>
              </a:spcAft>
              <a:buSzPts val="1400"/>
              <a:buChar char="o"/>
              <a:defRPr sz="1400"/>
            </a:lvl4pPr>
            <a:lvl5pPr indent="-317500" lvl="4" marL="2286000" algn="l">
              <a:lnSpc>
                <a:spcPct val="95000"/>
              </a:lnSpc>
              <a:spcBef>
                <a:spcPts val="600"/>
              </a:spcBef>
              <a:spcAft>
                <a:spcPts val="0"/>
              </a:spcAft>
              <a:buSzPts val="1400"/>
              <a:buChar char="•"/>
              <a:defRPr sz="1400"/>
            </a:lvl5pPr>
            <a:lvl6pPr indent="-330200" lvl="5" marL="2743200" algn="l">
              <a:lnSpc>
                <a:spcPct val="100000"/>
              </a:lnSpc>
              <a:spcBef>
                <a:spcPts val="320"/>
              </a:spcBef>
              <a:spcAft>
                <a:spcPts val="0"/>
              </a:spcAft>
              <a:buSzPts val="1600"/>
              <a:buChar char="•"/>
              <a:defRPr sz="1600"/>
            </a:lvl6pPr>
            <a:lvl7pPr indent="-330200" lvl="6" marL="3200400" algn="l">
              <a:lnSpc>
                <a:spcPct val="100000"/>
              </a:lnSpc>
              <a:spcBef>
                <a:spcPts val="320"/>
              </a:spcBef>
              <a:spcAft>
                <a:spcPts val="0"/>
              </a:spcAft>
              <a:buSzPts val="1600"/>
              <a:buChar char="•"/>
              <a:defRPr sz="1600"/>
            </a:lvl7pPr>
            <a:lvl8pPr indent="-330200" lvl="7" marL="3657600" algn="l">
              <a:lnSpc>
                <a:spcPct val="100000"/>
              </a:lnSpc>
              <a:spcBef>
                <a:spcPts val="320"/>
              </a:spcBef>
              <a:spcAft>
                <a:spcPts val="0"/>
              </a:spcAft>
              <a:buSzPts val="1600"/>
              <a:buChar char="•"/>
              <a:defRPr sz="1600"/>
            </a:lvl8pPr>
            <a:lvl9pPr indent="-330200" lvl="8" marL="4114800" algn="l">
              <a:lnSpc>
                <a:spcPct val="100000"/>
              </a:lnSpc>
              <a:spcBef>
                <a:spcPts val="320"/>
              </a:spcBef>
              <a:spcAft>
                <a:spcPts val="0"/>
              </a:spcAft>
              <a:buSzPts val="1600"/>
              <a:buChar char="•"/>
              <a:defRPr sz="1600"/>
            </a:lvl9pPr>
          </a:lstStyle>
          <a:p/>
        </p:txBody>
      </p:sp>
      <p:sp>
        <p:nvSpPr>
          <p:cNvPr id="132" name="Google Shape;132;g3ecd9d5b514_4_53"/>
          <p:cNvSpPr txBox="1"/>
          <p:nvPr>
            <p:ph idx="12" type="sldNum"/>
          </p:nvPr>
        </p:nvSpPr>
        <p:spPr>
          <a:xfrm>
            <a:off x="1" y="6387664"/>
            <a:ext cx="609600" cy="3942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US"/>
              <a:t>‹#›</a:t>
            </a:fld>
            <a:endParaRPr/>
          </a:p>
        </p:txBody>
      </p:sp>
      <p:sp>
        <p:nvSpPr>
          <p:cNvPr id="133" name="Google Shape;133;g3ecd9d5b514_4_53"/>
          <p:cNvSpPr txBox="1"/>
          <p:nvPr>
            <p:ph idx="11" type="ftr"/>
          </p:nvPr>
        </p:nvSpPr>
        <p:spPr>
          <a:xfrm>
            <a:off x="609600" y="6400800"/>
            <a:ext cx="6807300" cy="304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4" name="Shape 134"/>
        <p:cNvGrpSpPr/>
        <p:nvPr/>
      </p:nvGrpSpPr>
      <p:grpSpPr>
        <a:xfrm>
          <a:off x="0" y="0"/>
          <a:ext cx="0" cy="0"/>
          <a:chOff x="0" y="0"/>
          <a:chExt cx="0" cy="0"/>
        </a:xfrm>
      </p:grpSpPr>
      <p:sp>
        <p:nvSpPr>
          <p:cNvPr id="135" name="Google Shape;135;g3ecd9d5b514_4_61"/>
          <p:cNvSpPr txBox="1"/>
          <p:nvPr>
            <p:ph idx="12" type="sldNum"/>
          </p:nvPr>
        </p:nvSpPr>
        <p:spPr>
          <a:xfrm>
            <a:off x="1" y="6391657"/>
            <a:ext cx="612300" cy="3651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US"/>
              <a:t>‹#›</a:t>
            </a:fld>
            <a:endParaRPr/>
          </a:p>
        </p:txBody>
      </p:sp>
      <p:sp>
        <p:nvSpPr>
          <p:cNvPr id="136" name="Google Shape;136;g3ecd9d5b514_4_61"/>
          <p:cNvSpPr txBox="1"/>
          <p:nvPr>
            <p:ph idx="11" type="ftr"/>
          </p:nvPr>
        </p:nvSpPr>
        <p:spPr>
          <a:xfrm>
            <a:off x="609600" y="6400800"/>
            <a:ext cx="6807300" cy="304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4" name="Shape 144"/>
        <p:cNvGrpSpPr/>
        <p:nvPr/>
      </p:nvGrpSpPr>
      <p:grpSpPr>
        <a:xfrm>
          <a:off x="0" y="0"/>
          <a:ext cx="0" cy="0"/>
          <a:chOff x="0" y="0"/>
          <a:chExt cx="0" cy="0"/>
        </a:xfrm>
      </p:grpSpPr>
      <p:sp>
        <p:nvSpPr>
          <p:cNvPr id="145" name="Google Shape;145;g3ecd9d5b514_2_7"/>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g3ecd9d5b514_2_7"/>
          <p:cNvSpPr txBox="1"/>
          <p:nvPr>
            <p:ph idx="12" type="sldNum"/>
          </p:nvPr>
        </p:nvSpPr>
        <p:spPr>
          <a:xfrm>
            <a:off x="1" y="6387664"/>
            <a:ext cx="609600" cy="3942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US"/>
              <a:t>‹#›</a:t>
            </a:fld>
            <a:endParaRPr/>
          </a:p>
        </p:txBody>
      </p:sp>
      <p:sp>
        <p:nvSpPr>
          <p:cNvPr id="147" name="Google Shape;147;g3ecd9d5b514_2_7"/>
          <p:cNvSpPr txBox="1"/>
          <p:nvPr>
            <p:ph idx="11" type="ftr"/>
          </p:nvPr>
        </p:nvSpPr>
        <p:spPr>
          <a:xfrm>
            <a:off x="609600" y="6400800"/>
            <a:ext cx="6807300" cy="304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148" name="Shape 148"/>
        <p:cNvGrpSpPr/>
        <p:nvPr/>
      </p:nvGrpSpPr>
      <p:grpSpPr>
        <a:xfrm>
          <a:off x="0" y="0"/>
          <a:ext cx="0" cy="0"/>
          <a:chOff x="0" y="0"/>
          <a:chExt cx="0" cy="0"/>
        </a:xfrm>
      </p:grpSpPr>
      <p:pic>
        <p:nvPicPr>
          <p:cNvPr id="149" name="Google Shape;149;g3ecd9d5b514_2_11"/>
          <p:cNvPicPr preferRelativeResize="0"/>
          <p:nvPr/>
        </p:nvPicPr>
        <p:blipFill rotWithShape="1">
          <a:blip r:embed="rId2">
            <a:alphaModFix/>
          </a:blip>
          <a:srcRect b="28271" l="0" r="0" t="26669"/>
          <a:stretch/>
        </p:blipFill>
        <p:spPr>
          <a:xfrm>
            <a:off x="7692126" y="4229848"/>
            <a:ext cx="4154698" cy="1872130"/>
          </a:xfrm>
          <a:prstGeom prst="rect">
            <a:avLst/>
          </a:prstGeom>
          <a:noFill/>
          <a:ln>
            <a:noFill/>
          </a:ln>
        </p:spPr>
      </p:pic>
      <p:sp>
        <p:nvSpPr>
          <p:cNvPr id="150" name="Google Shape;150;g3ecd9d5b514_2_11"/>
          <p:cNvSpPr/>
          <p:nvPr/>
        </p:nvSpPr>
        <p:spPr>
          <a:xfrm>
            <a:off x="0" y="0"/>
            <a:ext cx="12192000" cy="1143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151" name="Google Shape;151;g3ecd9d5b514_2_11"/>
          <p:cNvSpPr txBox="1"/>
          <p:nvPr>
            <p:ph type="title"/>
          </p:nvPr>
        </p:nvSpPr>
        <p:spPr>
          <a:xfrm>
            <a:off x="625475" y="1447800"/>
            <a:ext cx="9144000" cy="16764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262626"/>
              </a:buClr>
              <a:buSzPts val="4000"/>
              <a:buFont typeface="Verdana"/>
              <a:buNone/>
              <a:defRPr b="1" sz="4000">
                <a:solidFill>
                  <a:srgbClr val="262626"/>
                </a:solidFill>
                <a:latin typeface="Verdana"/>
                <a:ea typeface="Verdana"/>
                <a:cs typeface="Verdana"/>
                <a:sym typeface="Verdana"/>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g3ecd9d5b514_2_11"/>
          <p:cNvSpPr txBox="1"/>
          <p:nvPr>
            <p:ph idx="1" type="body"/>
          </p:nvPr>
        </p:nvSpPr>
        <p:spPr>
          <a:xfrm>
            <a:off x="625475" y="3124200"/>
            <a:ext cx="9144000" cy="914400"/>
          </a:xfrm>
          <a:prstGeom prst="rect">
            <a:avLst/>
          </a:prstGeom>
          <a:noFill/>
          <a:ln>
            <a:noFill/>
          </a:ln>
        </p:spPr>
        <p:txBody>
          <a:bodyPr anchorCtr="0" anchor="t" bIns="45700" lIns="91425" spcFirstLastPara="1" rIns="91425" wrap="square" tIns="45700">
            <a:normAutofit/>
          </a:bodyPr>
          <a:lstStyle>
            <a:lvl1pPr indent="-228600" lvl="0" marL="457200" algn="l">
              <a:lnSpc>
                <a:spcPct val="95000"/>
              </a:lnSpc>
              <a:spcBef>
                <a:spcPts val="1200"/>
              </a:spcBef>
              <a:spcAft>
                <a:spcPts val="0"/>
              </a:spcAft>
              <a:buSzPts val="2800"/>
              <a:buNone/>
              <a:defRPr sz="2800">
                <a:solidFill>
                  <a:schemeClr val="dk2"/>
                </a:solidFill>
              </a:defRPr>
            </a:lvl1pPr>
            <a:lvl2pPr indent="-228600" lvl="1" marL="914400" algn="l">
              <a:lnSpc>
                <a:spcPct val="95000"/>
              </a:lnSpc>
              <a:spcBef>
                <a:spcPts val="600"/>
              </a:spcBef>
              <a:spcAft>
                <a:spcPts val="0"/>
              </a:spcAft>
              <a:buSzPts val="1800"/>
              <a:buNone/>
              <a:defRPr sz="1800">
                <a:solidFill>
                  <a:srgbClr val="888888"/>
                </a:solidFill>
              </a:defRPr>
            </a:lvl2pPr>
            <a:lvl3pPr indent="-228600" lvl="2" marL="1371600" algn="l">
              <a:lnSpc>
                <a:spcPct val="95000"/>
              </a:lnSpc>
              <a:spcBef>
                <a:spcPts val="600"/>
              </a:spcBef>
              <a:spcAft>
                <a:spcPts val="0"/>
              </a:spcAft>
              <a:buSzPts val="1600"/>
              <a:buNone/>
              <a:defRPr sz="1600">
                <a:solidFill>
                  <a:srgbClr val="888888"/>
                </a:solidFill>
              </a:defRPr>
            </a:lvl3pPr>
            <a:lvl4pPr indent="-228600" lvl="3" marL="1828800" algn="l">
              <a:lnSpc>
                <a:spcPct val="95000"/>
              </a:lnSpc>
              <a:spcBef>
                <a:spcPts val="600"/>
              </a:spcBef>
              <a:spcAft>
                <a:spcPts val="0"/>
              </a:spcAft>
              <a:buSzPts val="1400"/>
              <a:buNone/>
              <a:defRPr sz="1400">
                <a:solidFill>
                  <a:srgbClr val="888888"/>
                </a:solidFill>
              </a:defRPr>
            </a:lvl4pPr>
            <a:lvl5pPr indent="-228600" lvl="4" marL="2286000" algn="l">
              <a:lnSpc>
                <a:spcPct val="95000"/>
              </a:lnSpc>
              <a:spcBef>
                <a:spcPts val="600"/>
              </a:spcBef>
              <a:spcAft>
                <a:spcPts val="0"/>
              </a:spcAft>
              <a:buSzPts val="1400"/>
              <a:buNone/>
              <a:defRPr sz="1400">
                <a:solidFill>
                  <a:srgbClr val="888888"/>
                </a:solidFill>
              </a:defRPr>
            </a:lvl5pPr>
            <a:lvl6pPr indent="-228600" lvl="5" marL="2743200" algn="l">
              <a:lnSpc>
                <a:spcPct val="100000"/>
              </a:lnSpc>
              <a:spcBef>
                <a:spcPts val="280"/>
              </a:spcBef>
              <a:spcAft>
                <a:spcPts val="0"/>
              </a:spcAft>
              <a:buSzPts val="1400"/>
              <a:buNone/>
              <a:defRPr sz="1400">
                <a:solidFill>
                  <a:srgbClr val="888888"/>
                </a:solidFill>
              </a:defRPr>
            </a:lvl6pPr>
            <a:lvl7pPr indent="-228600" lvl="6" marL="3200400" algn="l">
              <a:lnSpc>
                <a:spcPct val="100000"/>
              </a:lnSpc>
              <a:spcBef>
                <a:spcPts val="280"/>
              </a:spcBef>
              <a:spcAft>
                <a:spcPts val="0"/>
              </a:spcAft>
              <a:buSzPts val="1400"/>
              <a:buNone/>
              <a:defRPr sz="1400">
                <a:solidFill>
                  <a:srgbClr val="888888"/>
                </a:solidFill>
              </a:defRPr>
            </a:lvl7pPr>
            <a:lvl8pPr indent="-228600" lvl="7" marL="3657600" algn="l">
              <a:lnSpc>
                <a:spcPct val="100000"/>
              </a:lnSpc>
              <a:spcBef>
                <a:spcPts val="280"/>
              </a:spcBef>
              <a:spcAft>
                <a:spcPts val="0"/>
              </a:spcAft>
              <a:buSzPts val="1400"/>
              <a:buNone/>
              <a:defRPr sz="1400">
                <a:solidFill>
                  <a:srgbClr val="888888"/>
                </a:solidFill>
              </a:defRPr>
            </a:lvl8pPr>
            <a:lvl9pPr indent="-228600" lvl="8" marL="4114800" algn="l">
              <a:lnSpc>
                <a:spcPct val="100000"/>
              </a:lnSpc>
              <a:spcBef>
                <a:spcPts val="280"/>
              </a:spcBef>
              <a:spcAft>
                <a:spcPts val="0"/>
              </a:spcAft>
              <a:buSzPts val="1400"/>
              <a:buNone/>
              <a:defRPr sz="1400">
                <a:solidFill>
                  <a:srgbClr val="888888"/>
                </a:solidFill>
              </a:defRPr>
            </a:lvl9pPr>
          </a:lstStyle>
          <a:p/>
        </p:txBody>
      </p:sp>
      <p:sp>
        <p:nvSpPr>
          <p:cNvPr id="153" name="Google Shape;153;g3ecd9d5b514_2_11"/>
          <p:cNvSpPr txBox="1"/>
          <p:nvPr>
            <p:ph idx="12" type="sldNum"/>
          </p:nvPr>
        </p:nvSpPr>
        <p:spPr>
          <a:xfrm>
            <a:off x="1" y="6387664"/>
            <a:ext cx="609600" cy="3942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US"/>
              <a:t>‹#›</a:t>
            </a:fld>
            <a:endParaRPr/>
          </a:p>
        </p:txBody>
      </p:sp>
      <p:sp>
        <p:nvSpPr>
          <p:cNvPr id="154" name="Google Shape;154;g3ecd9d5b514_2_11"/>
          <p:cNvSpPr txBox="1"/>
          <p:nvPr>
            <p:ph idx="11" type="ftr"/>
          </p:nvPr>
        </p:nvSpPr>
        <p:spPr>
          <a:xfrm>
            <a:off x="625475" y="6400800"/>
            <a:ext cx="6807300" cy="304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b="0" sz="1600">
                <a:solidFill>
                  <a:schemeClr val="dk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extLst>
    <p:ext uri="{DCECCB84-F9BA-43D5-87BE-67443E8EF086}">
      <p15:sldGuideLst>
        <p15:guide id="1" pos="45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Caption">
  <p:cSld name="PhotoCaption">
    <p:spTree>
      <p:nvGrpSpPr>
        <p:cNvPr id="155" name="Shape 155"/>
        <p:cNvGrpSpPr/>
        <p:nvPr/>
      </p:nvGrpSpPr>
      <p:grpSpPr>
        <a:xfrm>
          <a:off x="0" y="0"/>
          <a:ext cx="0" cy="0"/>
          <a:chOff x="0" y="0"/>
          <a:chExt cx="0" cy="0"/>
        </a:xfrm>
      </p:grpSpPr>
      <p:sp>
        <p:nvSpPr>
          <p:cNvPr id="156" name="Google Shape;156;g3ecd9d5b514_2_18"/>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g3ecd9d5b514_2_18"/>
          <p:cNvSpPr txBox="1"/>
          <p:nvPr>
            <p:ph idx="12" type="sldNum"/>
          </p:nvPr>
        </p:nvSpPr>
        <p:spPr>
          <a:xfrm>
            <a:off x="1" y="6387664"/>
            <a:ext cx="609600" cy="3942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US"/>
              <a:t>‹#›</a:t>
            </a:fld>
            <a:endParaRPr/>
          </a:p>
        </p:txBody>
      </p:sp>
      <p:sp>
        <p:nvSpPr>
          <p:cNvPr id="158" name="Google Shape;158;g3ecd9d5b514_2_18"/>
          <p:cNvSpPr txBox="1"/>
          <p:nvPr>
            <p:ph idx="11" type="ftr"/>
          </p:nvPr>
        </p:nvSpPr>
        <p:spPr>
          <a:xfrm>
            <a:off x="609600" y="6400800"/>
            <a:ext cx="6807300" cy="304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9" name="Google Shape;159;g3ecd9d5b514_2_18"/>
          <p:cNvSpPr/>
          <p:nvPr>
            <p:ph idx="2" type="pic"/>
          </p:nvPr>
        </p:nvSpPr>
        <p:spPr>
          <a:xfrm>
            <a:off x="609600" y="1524000"/>
            <a:ext cx="7823100" cy="4648200"/>
          </a:xfrm>
          <a:prstGeom prst="rect">
            <a:avLst/>
          </a:prstGeom>
          <a:noFill/>
          <a:ln>
            <a:noFill/>
          </a:ln>
        </p:spPr>
      </p:sp>
      <p:sp>
        <p:nvSpPr>
          <p:cNvPr id="160" name="Google Shape;160;g3ecd9d5b514_2_18"/>
          <p:cNvSpPr txBox="1"/>
          <p:nvPr>
            <p:ph idx="1" type="body"/>
          </p:nvPr>
        </p:nvSpPr>
        <p:spPr>
          <a:xfrm>
            <a:off x="8737600" y="1524000"/>
            <a:ext cx="2844900" cy="4648200"/>
          </a:xfrm>
          <a:prstGeom prst="rect">
            <a:avLst/>
          </a:prstGeom>
          <a:noFill/>
          <a:ln>
            <a:noFill/>
          </a:ln>
        </p:spPr>
        <p:txBody>
          <a:bodyPr anchorCtr="0" anchor="t" bIns="45700" lIns="91425" spcFirstLastPara="1" rIns="91425" wrap="square" tIns="45700">
            <a:normAutofit/>
          </a:bodyPr>
          <a:lstStyle>
            <a:lvl1pPr indent="-228600" lvl="0" marL="457200" algn="l">
              <a:lnSpc>
                <a:spcPct val="95000"/>
              </a:lnSpc>
              <a:spcBef>
                <a:spcPts val="1200"/>
              </a:spcBef>
              <a:spcAft>
                <a:spcPts val="0"/>
              </a:spcAft>
              <a:buSzPts val="2000"/>
              <a:buFont typeface="Verdana"/>
              <a:buNone/>
              <a:defRPr sz="2000"/>
            </a:lvl1pPr>
            <a:lvl2pPr indent="-342900" lvl="1" marL="914400" algn="l">
              <a:lnSpc>
                <a:spcPct val="95000"/>
              </a:lnSpc>
              <a:spcBef>
                <a:spcPts val="600"/>
              </a:spcBef>
              <a:spcAft>
                <a:spcPts val="0"/>
              </a:spcAft>
              <a:buSzPts val="1800"/>
              <a:buChar char="─"/>
              <a:defRPr sz="1800"/>
            </a:lvl2pPr>
            <a:lvl3pPr indent="-330200" lvl="2" marL="1371600" algn="l">
              <a:lnSpc>
                <a:spcPct val="95000"/>
              </a:lnSpc>
              <a:spcBef>
                <a:spcPts val="600"/>
              </a:spcBef>
              <a:spcAft>
                <a:spcPts val="0"/>
              </a:spcAft>
              <a:buSzPts val="1600"/>
              <a:buChar char="▪"/>
              <a:defRPr sz="1600"/>
            </a:lvl3pPr>
            <a:lvl4pPr indent="-317500" lvl="3" marL="1828800" algn="l">
              <a:lnSpc>
                <a:spcPct val="95000"/>
              </a:lnSpc>
              <a:spcBef>
                <a:spcPts val="600"/>
              </a:spcBef>
              <a:spcAft>
                <a:spcPts val="0"/>
              </a:spcAft>
              <a:buSzPts val="1400"/>
              <a:buChar char="o"/>
              <a:defRPr sz="1400"/>
            </a:lvl4pPr>
            <a:lvl5pPr indent="-317500" lvl="4" marL="2286000" algn="l">
              <a:lnSpc>
                <a:spcPct val="95000"/>
              </a:lnSpc>
              <a:spcBef>
                <a:spcPts val="600"/>
              </a:spcBef>
              <a:spcAft>
                <a:spcPts val="0"/>
              </a:spcAft>
              <a:buSzPts val="1400"/>
              <a:buChar char="•"/>
              <a:defRPr sz="14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type="obj">
  <p:cSld name="OBJECT">
    <p:spTree>
      <p:nvGrpSpPr>
        <p:cNvPr id="161" name="Shape 161"/>
        <p:cNvGrpSpPr/>
        <p:nvPr/>
      </p:nvGrpSpPr>
      <p:grpSpPr>
        <a:xfrm>
          <a:off x="0" y="0"/>
          <a:ext cx="0" cy="0"/>
          <a:chOff x="0" y="0"/>
          <a:chExt cx="0" cy="0"/>
        </a:xfrm>
      </p:grpSpPr>
      <p:sp>
        <p:nvSpPr>
          <p:cNvPr id="162" name="Google Shape;162;g3ecd9d5b514_2_24"/>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3" name="Google Shape;163;g3ecd9d5b514_2_24"/>
          <p:cNvSpPr txBox="1"/>
          <p:nvPr>
            <p:ph idx="1" type="body"/>
          </p:nvPr>
        </p:nvSpPr>
        <p:spPr>
          <a:xfrm>
            <a:off x="609600" y="1524000"/>
            <a:ext cx="10972800" cy="4648200"/>
          </a:xfrm>
          <a:prstGeom prst="rect">
            <a:avLst/>
          </a:prstGeom>
          <a:noFill/>
          <a:ln>
            <a:noFill/>
          </a:ln>
        </p:spPr>
        <p:txBody>
          <a:bodyPr anchorCtr="0" anchor="t" bIns="45700" lIns="91425" spcFirstLastPara="1" rIns="91425" wrap="square" tIns="45700">
            <a:normAutofit/>
          </a:bodyPr>
          <a:lstStyle>
            <a:lvl1pPr indent="-342900" lvl="0" marL="457200" algn="l">
              <a:lnSpc>
                <a:spcPct val="95000"/>
              </a:lnSpc>
              <a:spcBef>
                <a:spcPts val="1200"/>
              </a:spcBef>
              <a:spcAft>
                <a:spcPts val="0"/>
              </a:spcAft>
              <a:buSzPts val="1800"/>
              <a:buChar char="•"/>
              <a:defRPr/>
            </a:lvl1pPr>
            <a:lvl2pPr indent="-342900" lvl="1" marL="914400" algn="l">
              <a:lnSpc>
                <a:spcPct val="95000"/>
              </a:lnSpc>
              <a:spcBef>
                <a:spcPts val="600"/>
              </a:spcBef>
              <a:spcAft>
                <a:spcPts val="0"/>
              </a:spcAft>
              <a:buSzPts val="1800"/>
              <a:buChar char="─"/>
              <a:defRPr/>
            </a:lvl2pPr>
            <a:lvl3pPr indent="-342900" lvl="2" marL="1371600" algn="l">
              <a:lnSpc>
                <a:spcPct val="95000"/>
              </a:lnSpc>
              <a:spcBef>
                <a:spcPts val="600"/>
              </a:spcBef>
              <a:spcAft>
                <a:spcPts val="0"/>
              </a:spcAft>
              <a:buSzPts val="1800"/>
              <a:buChar char="▪"/>
              <a:defRPr/>
            </a:lvl3pPr>
            <a:lvl4pPr indent="-342900" lvl="3" marL="1828800" algn="l">
              <a:lnSpc>
                <a:spcPct val="95000"/>
              </a:lnSpc>
              <a:spcBef>
                <a:spcPts val="600"/>
              </a:spcBef>
              <a:spcAft>
                <a:spcPts val="0"/>
              </a:spcAft>
              <a:buSzPts val="1800"/>
              <a:buChar char="o"/>
              <a:defRPr/>
            </a:lvl4pPr>
            <a:lvl5pPr indent="-342900" lvl="4" marL="2286000" algn="l">
              <a:lnSpc>
                <a:spcPct val="95000"/>
              </a:lnSpc>
              <a:spcBef>
                <a:spcPts val="600"/>
              </a:spcBef>
              <a:spcAft>
                <a:spcPts val="0"/>
              </a:spcAft>
              <a:buSzPts val="1800"/>
              <a:buChar char="•"/>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64" name="Google Shape;164;g3ecd9d5b514_2_24"/>
          <p:cNvSpPr txBox="1"/>
          <p:nvPr>
            <p:ph idx="11" type="ftr"/>
          </p:nvPr>
        </p:nvSpPr>
        <p:spPr>
          <a:xfrm>
            <a:off x="609600" y="6400800"/>
            <a:ext cx="6807300" cy="304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5" name="Google Shape;165;g3ecd9d5b514_2_24"/>
          <p:cNvSpPr txBox="1"/>
          <p:nvPr>
            <p:ph idx="12" type="sldNum"/>
          </p:nvPr>
        </p:nvSpPr>
        <p:spPr>
          <a:xfrm>
            <a:off x="1" y="6387664"/>
            <a:ext cx="609600" cy="3942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66" name="Shape 166"/>
        <p:cNvGrpSpPr/>
        <p:nvPr/>
      </p:nvGrpSpPr>
      <p:grpSpPr>
        <a:xfrm>
          <a:off x="0" y="0"/>
          <a:ext cx="0" cy="0"/>
          <a:chOff x="0" y="0"/>
          <a:chExt cx="0" cy="0"/>
        </a:xfrm>
      </p:grpSpPr>
      <p:sp>
        <p:nvSpPr>
          <p:cNvPr id="167" name="Google Shape;167;g3ecd9d5b514_2_29"/>
          <p:cNvSpPr txBox="1"/>
          <p:nvPr>
            <p:ph type="title"/>
          </p:nvPr>
        </p:nvSpPr>
        <p:spPr>
          <a:xfrm>
            <a:off x="609600" y="76200"/>
            <a:ext cx="11074500" cy="10668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262626"/>
              </a:buClr>
              <a:buSzPts val="3200"/>
              <a:buFont typeface="Verdana"/>
              <a:buNone/>
              <a:defRPr b="1"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8" name="Google Shape;168;g3ecd9d5b514_2_29"/>
          <p:cNvSpPr txBox="1"/>
          <p:nvPr>
            <p:ph idx="1" type="body"/>
          </p:nvPr>
        </p:nvSpPr>
        <p:spPr>
          <a:xfrm>
            <a:off x="4523709" y="1524001"/>
            <a:ext cx="7058700" cy="4648200"/>
          </a:xfrm>
          <a:prstGeom prst="rect">
            <a:avLst/>
          </a:prstGeom>
          <a:noFill/>
          <a:ln>
            <a:noFill/>
          </a:ln>
        </p:spPr>
        <p:txBody>
          <a:bodyPr anchorCtr="0" anchor="t" bIns="45700" lIns="91425" spcFirstLastPara="1" rIns="91425" wrap="square" tIns="45700">
            <a:normAutofit/>
          </a:bodyPr>
          <a:lstStyle>
            <a:lvl1pPr indent="-381000" lvl="0" marL="457200" algn="l">
              <a:lnSpc>
                <a:spcPct val="95000"/>
              </a:lnSpc>
              <a:spcBef>
                <a:spcPts val="1200"/>
              </a:spcBef>
              <a:spcAft>
                <a:spcPts val="0"/>
              </a:spcAft>
              <a:buSzPts val="2400"/>
              <a:buChar char="•"/>
              <a:defRPr sz="2400"/>
            </a:lvl1pPr>
            <a:lvl2pPr indent="-368300" lvl="1" marL="914400" algn="l">
              <a:lnSpc>
                <a:spcPct val="95000"/>
              </a:lnSpc>
              <a:spcBef>
                <a:spcPts val="600"/>
              </a:spcBef>
              <a:spcAft>
                <a:spcPts val="0"/>
              </a:spcAft>
              <a:buSzPts val="2200"/>
              <a:buChar char="─"/>
              <a:defRPr sz="2200"/>
            </a:lvl2pPr>
            <a:lvl3pPr indent="-355600" lvl="2" marL="1371600" algn="l">
              <a:lnSpc>
                <a:spcPct val="95000"/>
              </a:lnSpc>
              <a:spcBef>
                <a:spcPts val="600"/>
              </a:spcBef>
              <a:spcAft>
                <a:spcPts val="0"/>
              </a:spcAft>
              <a:buSzPts val="2000"/>
              <a:buChar char="▪"/>
              <a:defRPr sz="2000"/>
            </a:lvl3pPr>
            <a:lvl4pPr indent="-342900" lvl="3" marL="1828800" algn="l">
              <a:lnSpc>
                <a:spcPct val="95000"/>
              </a:lnSpc>
              <a:spcBef>
                <a:spcPts val="600"/>
              </a:spcBef>
              <a:spcAft>
                <a:spcPts val="0"/>
              </a:spcAft>
              <a:buSzPts val="1800"/>
              <a:buChar char="o"/>
              <a:defRPr sz="1800"/>
            </a:lvl4pPr>
            <a:lvl5pPr indent="-342900" lvl="4" marL="2286000" algn="l">
              <a:lnSpc>
                <a:spcPct val="95000"/>
              </a:lnSpc>
              <a:spcBef>
                <a:spcPts val="600"/>
              </a:spcBef>
              <a:spcAft>
                <a:spcPts val="0"/>
              </a:spcAft>
              <a:buSzPts val="1800"/>
              <a:buChar char="•"/>
              <a:defRPr sz="1800"/>
            </a:lvl5pPr>
            <a:lvl6pPr indent="-355600" lvl="5" marL="2743200" algn="l">
              <a:lnSpc>
                <a:spcPct val="100000"/>
              </a:lnSpc>
              <a:spcBef>
                <a:spcPts val="400"/>
              </a:spcBef>
              <a:spcAft>
                <a:spcPts val="0"/>
              </a:spcAft>
              <a:buSzPts val="2000"/>
              <a:buChar char="•"/>
              <a:defRPr sz="2000"/>
            </a:lvl6pPr>
            <a:lvl7pPr indent="-355600" lvl="6" marL="3200400" algn="l">
              <a:lnSpc>
                <a:spcPct val="100000"/>
              </a:lnSpc>
              <a:spcBef>
                <a:spcPts val="400"/>
              </a:spcBef>
              <a:spcAft>
                <a:spcPts val="0"/>
              </a:spcAft>
              <a:buSzPts val="2000"/>
              <a:buChar char="•"/>
              <a:defRPr sz="2000"/>
            </a:lvl7pPr>
            <a:lvl8pPr indent="-355600" lvl="7" marL="3657600" algn="l">
              <a:lnSpc>
                <a:spcPct val="100000"/>
              </a:lnSpc>
              <a:spcBef>
                <a:spcPts val="400"/>
              </a:spcBef>
              <a:spcAft>
                <a:spcPts val="0"/>
              </a:spcAft>
              <a:buSzPts val="2000"/>
              <a:buChar char="•"/>
              <a:defRPr sz="2000"/>
            </a:lvl8pPr>
            <a:lvl9pPr indent="-355600" lvl="8" marL="4114800" algn="l">
              <a:lnSpc>
                <a:spcPct val="100000"/>
              </a:lnSpc>
              <a:spcBef>
                <a:spcPts val="400"/>
              </a:spcBef>
              <a:spcAft>
                <a:spcPts val="0"/>
              </a:spcAft>
              <a:buSzPts val="2000"/>
              <a:buChar char="•"/>
              <a:defRPr sz="2000"/>
            </a:lvl9pPr>
          </a:lstStyle>
          <a:p/>
        </p:txBody>
      </p:sp>
      <p:sp>
        <p:nvSpPr>
          <p:cNvPr id="169" name="Google Shape;169;g3ecd9d5b514_2_29"/>
          <p:cNvSpPr txBox="1"/>
          <p:nvPr>
            <p:ph idx="2" type="body"/>
          </p:nvPr>
        </p:nvSpPr>
        <p:spPr>
          <a:xfrm>
            <a:off x="591890" y="1524000"/>
            <a:ext cx="3564900" cy="4648200"/>
          </a:xfrm>
          <a:prstGeom prst="rect">
            <a:avLst/>
          </a:prstGeom>
          <a:noFill/>
          <a:ln>
            <a:noFill/>
          </a:ln>
        </p:spPr>
        <p:txBody>
          <a:bodyPr anchorCtr="0" anchor="t" bIns="45700" lIns="91425" spcFirstLastPara="1" rIns="91425" wrap="square" tIns="45700">
            <a:normAutofit/>
          </a:bodyPr>
          <a:lstStyle>
            <a:lvl1pPr indent="-228600" lvl="0" marL="457200" algn="l">
              <a:lnSpc>
                <a:spcPct val="95000"/>
              </a:lnSpc>
              <a:spcBef>
                <a:spcPts val="1200"/>
              </a:spcBef>
              <a:spcAft>
                <a:spcPts val="0"/>
              </a:spcAft>
              <a:buSzPts val="2000"/>
              <a:buNone/>
              <a:defRPr sz="2000">
                <a:solidFill>
                  <a:schemeClr val="dk2"/>
                </a:solidFill>
              </a:defRPr>
            </a:lvl1pPr>
            <a:lvl2pPr indent="-228600" lvl="1" marL="914400" algn="l">
              <a:lnSpc>
                <a:spcPct val="95000"/>
              </a:lnSpc>
              <a:spcBef>
                <a:spcPts val="600"/>
              </a:spcBef>
              <a:spcAft>
                <a:spcPts val="0"/>
              </a:spcAft>
              <a:buSzPts val="1200"/>
              <a:buNone/>
              <a:defRPr sz="1200"/>
            </a:lvl2pPr>
            <a:lvl3pPr indent="-228600" lvl="2" marL="1371600" algn="l">
              <a:lnSpc>
                <a:spcPct val="95000"/>
              </a:lnSpc>
              <a:spcBef>
                <a:spcPts val="600"/>
              </a:spcBef>
              <a:spcAft>
                <a:spcPts val="0"/>
              </a:spcAft>
              <a:buSzPts val="1000"/>
              <a:buNone/>
              <a:defRPr sz="1000"/>
            </a:lvl3pPr>
            <a:lvl4pPr indent="-228600" lvl="3" marL="1828800" algn="l">
              <a:lnSpc>
                <a:spcPct val="95000"/>
              </a:lnSpc>
              <a:spcBef>
                <a:spcPts val="600"/>
              </a:spcBef>
              <a:spcAft>
                <a:spcPts val="0"/>
              </a:spcAft>
              <a:buSzPts val="900"/>
              <a:buNone/>
              <a:defRPr sz="900"/>
            </a:lvl4pPr>
            <a:lvl5pPr indent="-228600" lvl="4" marL="2286000" algn="l">
              <a:lnSpc>
                <a:spcPct val="95000"/>
              </a:lnSpc>
              <a:spcBef>
                <a:spcPts val="600"/>
              </a:spcBef>
              <a:spcAft>
                <a:spcPts val="0"/>
              </a:spcAft>
              <a:buSzPts val="900"/>
              <a:buNone/>
              <a:defRPr sz="900"/>
            </a:lvl5pPr>
            <a:lvl6pPr indent="-228600" lvl="5" marL="2743200" algn="l">
              <a:lnSpc>
                <a:spcPct val="100000"/>
              </a:lnSpc>
              <a:spcBef>
                <a:spcPts val="180"/>
              </a:spcBef>
              <a:spcAft>
                <a:spcPts val="0"/>
              </a:spcAft>
              <a:buSzPts val="900"/>
              <a:buNone/>
              <a:defRPr sz="900"/>
            </a:lvl6pPr>
            <a:lvl7pPr indent="-228600" lvl="6" marL="3200400" algn="l">
              <a:lnSpc>
                <a:spcPct val="100000"/>
              </a:lnSpc>
              <a:spcBef>
                <a:spcPts val="180"/>
              </a:spcBef>
              <a:spcAft>
                <a:spcPts val="0"/>
              </a:spcAft>
              <a:buSzPts val="900"/>
              <a:buNone/>
              <a:defRPr sz="900"/>
            </a:lvl7pPr>
            <a:lvl8pPr indent="-228600" lvl="7" marL="3657600" algn="l">
              <a:lnSpc>
                <a:spcPct val="100000"/>
              </a:lnSpc>
              <a:spcBef>
                <a:spcPts val="180"/>
              </a:spcBef>
              <a:spcAft>
                <a:spcPts val="0"/>
              </a:spcAft>
              <a:buSzPts val="900"/>
              <a:buNone/>
              <a:defRPr sz="900"/>
            </a:lvl8pPr>
            <a:lvl9pPr indent="-228600" lvl="8" marL="4114800" algn="l">
              <a:lnSpc>
                <a:spcPct val="100000"/>
              </a:lnSpc>
              <a:spcBef>
                <a:spcPts val="180"/>
              </a:spcBef>
              <a:spcAft>
                <a:spcPts val="0"/>
              </a:spcAft>
              <a:buSzPts val="900"/>
              <a:buNone/>
              <a:defRPr sz="900"/>
            </a:lvl9pPr>
          </a:lstStyle>
          <a:p/>
        </p:txBody>
      </p:sp>
      <p:sp>
        <p:nvSpPr>
          <p:cNvPr id="170" name="Google Shape;170;g3ecd9d5b514_2_29"/>
          <p:cNvSpPr txBox="1"/>
          <p:nvPr>
            <p:ph idx="12" type="sldNum"/>
          </p:nvPr>
        </p:nvSpPr>
        <p:spPr>
          <a:xfrm>
            <a:off x="1" y="6387664"/>
            <a:ext cx="609600" cy="3942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US"/>
              <a:t>‹#›</a:t>
            </a:fld>
            <a:endParaRPr/>
          </a:p>
        </p:txBody>
      </p:sp>
      <p:cxnSp>
        <p:nvCxnSpPr>
          <p:cNvPr id="171" name="Google Shape;171;g3ecd9d5b514_2_29"/>
          <p:cNvCxnSpPr/>
          <p:nvPr/>
        </p:nvCxnSpPr>
        <p:spPr>
          <a:xfrm rot="5400000">
            <a:off x="2447156" y="3581143"/>
            <a:ext cx="3810000" cy="2100"/>
          </a:xfrm>
          <a:prstGeom prst="straightConnector1">
            <a:avLst/>
          </a:prstGeom>
          <a:noFill/>
          <a:ln cap="flat" cmpd="sng" w="15875">
            <a:solidFill>
              <a:srgbClr val="B5B5B5"/>
            </a:solidFill>
            <a:prstDash val="solid"/>
            <a:round/>
            <a:headEnd len="sm" w="sm" type="none"/>
            <a:tailEnd len="sm" w="sm" type="none"/>
          </a:ln>
        </p:spPr>
      </p:cxnSp>
      <p:sp>
        <p:nvSpPr>
          <p:cNvPr id="172" name="Google Shape;172;g3ecd9d5b514_2_29"/>
          <p:cNvSpPr txBox="1"/>
          <p:nvPr>
            <p:ph idx="11" type="ftr"/>
          </p:nvPr>
        </p:nvSpPr>
        <p:spPr>
          <a:xfrm>
            <a:off x="609600" y="6400800"/>
            <a:ext cx="6807300" cy="304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Red" showMasterSp="0">
  <p:cSld name="BlankRed">
    <p:bg>
      <p:bgPr>
        <a:solidFill>
          <a:schemeClr val="lt2"/>
        </a:solidFill>
      </p:bgPr>
    </p:bg>
    <p:spTree>
      <p:nvGrpSpPr>
        <p:cNvPr id="173" name="Shape 173"/>
        <p:cNvGrpSpPr/>
        <p:nvPr/>
      </p:nvGrpSpPr>
      <p:grpSpPr>
        <a:xfrm>
          <a:off x="0" y="0"/>
          <a:ext cx="0" cy="0"/>
          <a:chOff x="0" y="0"/>
          <a:chExt cx="0" cy="0"/>
        </a:xfrm>
      </p:grpSpPr>
      <p:pic>
        <p:nvPicPr>
          <p:cNvPr id="174" name="Google Shape;174;g3ecd9d5b514_2_36"/>
          <p:cNvPicPr preferRelativeResize="0"/>
          <p:nvPr/>
        </p:nvPicPr>
        <p:blipFill rotWithShape="1">
          <a:blip r:embed="rId2">
            <a:alphaModFix amt="10000"/>
          </a:blip>
          <a:srcRect b="0" l="0" r="0" t="0"/>
          <a:stretch/>
        </p:blipFill>
        <p:spPr>
          <a:xfrm>
            <a:off x="4009882" y="1342882"/>
            <a:ext cx="4172236" cy="4172236"/>
          </a:xfrm>
          <a:prstGeom prst="rect">
            <a:avLst/>
          </a:prstGeom>
          <a:noFill/>
          <a:ln>
            <a:noFill/>
          </a:ln>
          <a:effectLst>
            <a:outerShdw blurRad="50800" rotWithShape="0" algn="ctr">
              <a:srgbClr val="000000"/>
            </a:outerShdw>
          </a:effectLst>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75" name="Shape 175"/>
        <p:cNvGrpSpPr/>
        <p:nvPr/>
      </p:nvGrpSpPr>
      <p:grpSpPr>
        <a:xfrm>
          <a:off x="0" y="0"/>
          <a:ext cx="0" cy="0"/>
          <a:chOff x="0" y="0"/>
          <a:chExt cx="0" cy="0"/>
        </a:xfrm>
      </p:grpSpPr>
      <p:pic>
        <p:nvPicPr>
          <p:cNvPr descr="greyWatermark-20.png" id="176" name="Google Shape;176;g3ecd9d5b514_2_38"/>
          <p:cNvPicPr preferRelativeResize="0"/>
          <p:nvPr/>
        </p:nvPicPr>
        <p:blipFill rotWithShape="1">
          <a:blip r:embed="rId2">
            <a:alphaModFix/>
          </a:blip>
          <a:srcRect b="0" l="0" r="0" t="0"/>
          <a:stretch/>
        </p:blipFill>
        <p:spPr>
          <a:xfrm>
            <a:off x="7949092" y="2703302"/>
            <a:ext cx="4242908" cy="4154698"/>
          </a:xfrm>
          <a:prstGeom prst="rect">
            <a:avLst/>
          </a:prstGeom>
          <a:noFill/>
          <a:ln>
            <a:noFill/>
          </a:ln>
        </p:spPr>
      </p:pic>
      <p:sp>
        <p:nvSpPr>
          <p:cNvPr id="177" name="Google Shape;177;g3ecd9d5b514_2_38"/>
          <p:cNvSpPr txBox="1"/>
          <p:nvPr>
            <p:ph type="ctrTitle"/>
          </p:nvPr>
        </p:nvSpPr>
        <p:spPr>
          <a:xfrm>
            <a:off x="609600" y="2537925"/>
            <a:ext cx="9144000" cy="15240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262626"/>
              </a:buClr>
              <a:buSzPts val="4000"/>
              <a:buFont typeface="Verdana"/>
              <a:buNone/>
              <a:defRPr b="1"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8" name="Google Shape;178;g3ecd9d5b514_2_38"/>
          <p:cNvSpPr txBox="1"/>
          <p:nvPr>
            <p:ph idx="1" type="subTitle"/>
          </p:nvPr>
        </p:nvSpPr>
        <p:spPr>
          <a:xfrm>
            <a:off x="609600" y="4293573"/>
            <a:ext cx="9144000" cy="990600"/>
          </a:xfrm>
          <a:prstGeom prst="rect">
            <a:avLst/>
          </a:prstGeom>
          <a:noFill/>
          <a:ln>
            <a:noFill/>
          </a:ln>
        </p:spPr>
        <p:txBody>
          <a:bodyPr anchorCtr="0" anchor="t" bIns="45700" lIns="91425" spcFirstLastPara="1" rIns="91425" wrap="square" tIns="45700">
            <a:normAutofit/>
          </a:bodyPr>
          <a:lstStyle>
            <a:lvl1pPr lvl="0" algn="l">
              <a:lnSpc>
                <a:spcPct val="95000"/>
              </a:lnSpc>
              <a:spcBef>
                <a:spcPts val="1200"/>
              </a:spcBef>
              <a:spcAft>
                <a:spcPts val="0"/>
              </a:spcAft>
              <a:buSzPts val="2800"/>
              <a:buNone/>
              <a:defRPr sz="2800">
                <a:solidFill>
                  <a:schemeClr val="dk2"/>
                </a:solidFill>
              </a:defRPr>
            </a:lvl1pPr>
            <a:lvl2pPr lvl="1" algn="ctr">
              <a:lnSpc>
                <a:spcPct val="95000"/>
              </a:lnSpc>
              <a:spcBef>
                <a:spcPts val="600"/>
              </a:spcBef>
              <a:spcAft>
                <a:spcPts val="0"/>
              </a:spcAft>
              <a:buSzPts val="2000"/>
              <a:buNone/>
              <a:defRPr>
                <a:solidFill>
                  <a:srgbClr val="888888"/>
                </a:solidFill>
              </a:defRPr>
            </a:lvl2pPr>
            <a:lvl3pPr lvl="2" algn="ctr">
              <a:lnSpc>
                <a:spcPct val="95000"/>
              </a:lnSpc>
              <a:spcBef>
                <a:spcPts val="600"/>
              </a:spcBef>
              <a:spcAft>
                <a:spcPts val="0"/>
              </a:spcAft>
              <a:buSzPts val="1800"/>
              <a:buNone/>
              <a:defRPr>
                <a:solidFill>
                  <a:srgbClr val="888888"/>
                </a:solidFill>
              </a:defRPr>
            </a:lvl3pPr>
            <a:lvl4pPr lvl="3" algn="ctr">
              <a:lnSpc>
                <a:spcPct val="95000"/>
              </a:lnSpc>
              <a:spcBef>
                <a:spcPts val="600"/>
              </a:spcBef>
              <a:spcAft>
                <a:spcPts val="0"/>
              </a:spcAft>
              <a:buSzPts val="1600"/>
              <a:buNone/>
              <a:defRPr>
                <a:solidFill>
                  <a:srgbClr val="888888"/>
                </a:solidFill>
              </a:defRPr>
            </a:lvl4pPr>
            <a:lvl5pPr lvl="4" algn="ctr">
              <a:lnSpc>
                <a:spcPct val="95000"/>
              </a:lnSpc>
              <a:spcBef>
                <a:spcPts val="600"/>
              </a:spcBef>
              <a:spcAft>
                <a:spcPts val="0"/>
              </a:spcAft>
              <a:buSzPts val="1600"/>
              <a:buNone/>
              <a:defRPr>
                <a:solidFill>
                  <a:srgbClr val="888888"/>
                </a:solidFill>
              </a:defRPr>
            </a:lvl5pPr>
            <a:lvl6pPr lvl="5" algn="ctr">
              <a:lnSpc>
                <a:spcPct val="100000"/>
              </a:lnSpc>
              <a:spcBef>
                <a:spcPts val="320"/>
              </a:spcBef>
              <a:spcAft>
                <a:spcPts val="0"/>
              </a:spcAft>
              <a:buSzPts val="1600"/>
              <a:buNone/>
              <a:defRPr>
                <a:solidFill>
                  <a:srgbClr val="888888"/>
                </a:solidFill>
              </a:defRPr>
            </a:lvl6pPr>
            <a:lvl7pPr lvl="6" algn="ctr">
              <a:lnSpc>
                <a:spcPct val="100000"/>
              </a:lnSpc>
              <a:spcBef>
                <a:spcPts val="320"/>
              </a:spcBef>
              <a:spcAft>
                <a:spcPts val="0"/>
              </a:spcAft>
              <a:buSzPts val="1600"/>
              <a:buNone/>
              <a:defRPr>
                <a:solidFill>
                  <a:srgbClr val="888888"/>
                </a:solidFill>
              </a:defRPr>
            </a:lvl7pPr>
            <a:lvl8pPr lvl="7" algn="ctr">
              <a:lnSpc>
                <a:spcPct val="100000"/>
              </a:lnSpc>
              <a:spcBef>
                <a:spcPts val="320"/>
              </a:spcBef>
              <a:spcAft>
                <a:spcPts val="0"/>
              </a:spcAft>
              <a:buSzPts val="1600"/>
              <a:buNone/>
              <a:defRPr>
                <a:solidFill>
                  <a:srgbClr val="888888"/>
                </a:solidFill>
              </a:defRPr>
            </a:lvl8pPr>
            <a:lvl9pPr lvl="8" algn="ctr">
              <a:lnSpc>
                <a:spcPct val="100000"/>
              </a:lnSpc>
              <a:spcBef>
                <a:spcPts val="320"/>
              </a:spcBef>
              <a:spcAft>
                <a:spcPts val="0"/>
              </a:spcAft>
              <a:buSzPts val="1600"/>
              <a:buNone/>
              <a:defRPr>
                <a:solidFill>
                  <a:srgbClr val="888888"/>
                </a:solidFill>
              </a:defRPr>
            </a:lvl9pPr>
          </a:lstStyle>
          <a:p/>
        </p:txBody>
      </p:sp>
      <p:pic>
        <p:nvPicPr>
          <p:cNvPr id="179" name="Google Shape;179;g3ecd9d5b514_2_38"/>
          <p:cNvPicPr preferRelativeResize="0"/>
          <p:nvPr/>
        </p:nvPicPr>
        <p:blipFill rotWithShape="1">
          <a:blip r:embed="rId3">
            <a:alphaModFix/>
          </a:blip>
          <a:srcRect b="0" l="0" r="0" t="0"/>
          <a:stretch/>
        </p:blipFill>
        <p:spPr>
          <a:xfrm>
            <a:off x="711200" y="1102893"/>
            <a:ext cx="3383439" cy="872292"/>
          </a:xfrm>
          <a:prstGeom prst="rect">
            <a:avLst/>
          </a:prstGeom>
          <a:noFill/>
          <a:ln>
            <a:noFill/>
          </a:ln>
        </p:spPr>
      </p:pic>
    </p:spTree>
  </p:cSld>
  <p:clrMapOvr>
    <a:masterClrMapping/>
  </p:clrMapOvr>
  <p:extLst>
    <p:ext uri="{DCECCB84-F9BA-43D5-87BE-67443E8EF086}">
      <p15:sldGuideLst>
        <p15:guide id="1" pos="456">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2" showMasterSp="0">
  <p:cSld name="Title2">
    <p:bg>
      <p:bgPr>
        <a:solidFill>
          <a:schemeClr val="lt2"/>
        </a:solidFill>
      </p:bgPr>
    </p:bg>
    <p:spTree>
      <p:nvGrpSpPr>
        <p:cNvPr id="180" name="Shape 180"/>
        <p:cNvGrpSpPr/>
        <p:nvPr/>
      </p:nvGrpSpPr>
      <p:grpSpPr>
        <a:xfrm>
          <a:off x="0" y="0"/>
          <a:ext cx="0" cy="0"/>
          <a:chOff x="0" y="0"/>
          <a:chExt cx="0" cy="0"/>
        </a:xfrm>
      </p:grpSpPr>
      <p:pic>
        <p:nvPicPr>
          <p:cNvPr id="181" name="Google Shape;181;g3ecd9d5b514_2_43"/>
          <p:cNvPicPr preferRelativeResize="0"/>
          <p:nvPr/>
        </p:nvPicPr>
        <p:blipFill rotWithShape="1">
          <a:blip r:embed="rId2">
            <a:alphaModFix amt="10000"/>
          </a:blip>
          <a:srcRect b="0" l="0" r="0" t="0"/>
          <a:stretch/>
        </p:blipFill>
        <p:spPr>
          <a:xfrm>
            <a:off x="8019764" y="2702755"/>
            <a:ext cx="4172236" cy="4172236"/>
          </a:xfrm>
          <a:prstGeom prst="rect">
            <a:avLst/>
          </a:prstGeom>
          <a:noFill/>
          <a:ln>
            <a:noFill/>
          </a:ln>
          <a:effectLst>
            <a:outerShdw blurRad="50800" rotWithShape="0" algn="ctr">
              <a:srgbClr val="000000"/>
            </a:outerShdw>
          </a:effectLst>
        </p:spPr>
      </p:pic>
      <p:sp>
        <p:nvSpPr>
          <p:cNvPr id="182" name="Google Shape;182;g3ecd9d5b514_2_43"/>
          <p:cNvSpPr txBox="1"/>
          <p:nvPr>
            <p:ph type="ctrTitle"/>
          </p:nvPr>
        </p:nvSpPr>
        <p:spPr>
          <a:xfrm>
            <a:off x="609600" y="2537925"/>
            <a:ext cx="9144000" cy="15240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chemeClr val="lt1"/>
              </a:buClr>
              <a:buSzPts val="4000"/>
              <a:buFont typeface="Verdana"/>
              <a:buNone/>
              <a:defRPr b="1" sz="40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3" name="Google Shape;183;g3ecd9d5b514_2_43"/>
          <p:cNvSpPr txBox="1"/>
          <p:nvPr>
            <p:ph idx="1" type="subTitle"/>
          </p:nvPr>
        </p:nvSpPr>
        <p:spPr>
          <a:xfrm>
            <a:off x="609600" y="4293573"/>
            <a:ext cx="9144000" cy="990600"/>
          </a:xfrm>
          <a:prstGeom prst="rect">
            <a:avLst/>
          </a:prstGeom>
          <a:noFill/>
          <a:ln>
            <a:noFill/>
          </a:ln>
        </p:spPr>
        <p:txBody>
          <a:bodyPr anchorCtr="0" anchor="t" bIns="45700" lIns="91425" spcFirstLastPara="1" rIns="91425" wrap="square" tIns="45700">
            <a:normAutofit/>
          </a:bodyPr>
          <a:lstStyle>
            <a:lvl1pPr lvl="0" algn="l">
              <a:lnSpc>
                <a:spcPct val="95000"/>
              </a:lnSpc>
              <a:spcBef>
                <a:spcPts val="1200"/>
              </a:spcBef>
              <a:spcAft>
                <a:spcPts val="0"/>
              </a:spcAft>
              <a:buSzPts val="2800"/>
              <a:buNone/>
              <a:defRPr sz="2800">
                <a:solidFill>
                  <a:schemeClr val="lt1"/>
                </a:solidFill>
              </a:defRPr>
            </a:lvl1pPr>
            <a:lvl2pPr lvl="1" algn="ctr">
              <a:lnSpc>
                <a:spcPct val="95000"/>
              </a:lnSpc>
              <a:spcBef>
                <a:spcPts val="600"/>
              </a:spcBef>
              <a:spcAft>
                <a:spcPts val="0"/>
              </a:spcAft>
              <a:buSzPts val="2000"/>
              <a:buNone/>
              <a:defRPr>
                <a:solidFill>
                  <a:srgbClr val="888888"/>
                </a:solidFill>
              </a:defRPr>
            </a:lvl2pPr>
            <a:lvl3pPr lvl="2" algn="ctr">
              <a:lnSpc>
                <a:spcPct val="95000"/>
              </a:lnSpc>
              <a:spcBef>
                <a:spcPts val="600"/>
              </a:spcBef>
              <a:spcAft>
                <a:spcPts val="0"/>
              </a:spcAft>
              <a:buSzPts val="1800"/>
              <a:buNone/>
              <a:defRPr>
                <a:solidFill>
                  <a:srgbClr val="888888"/>
                </a:solidFill>
              </a:defRPr>
            </a:lvl3pPr>
            <a:lvl4pPr lvl="3" algn="ctr">
              <a:lnSpc>
                <a:spcPct val="95000"/>
              </a:lnSpc>
              <a:spcBef>
                <a:spcPts val="600"/>
              </a:spcBef>
              <a:spcAft>
                <a:spcPts val="0"/>
              </a:spcAft>
              <a:buSzPts val="1600"/>
              <a:buNone/>
              <a:defRPr>
                <a:solidFill>
                  <a:srgbClr val="888888"/>
                </a:solidFill>
              </a:defRPr>
            </a:lvl4pPr>
            <a:lvl5pPr lvl="4" algn="ctr">
              <a:lnSpc>
                <a:spcPct val="95000"/>
              </a:lnSpc>
              <a:spcBef>
                <a:spcPts val="600"/>
              </a:spcBef>
              <a:spcAft>
                <a:spcPts val="0"/>
              </a:spcAft>
              <a:buSzPts val="1600"/>
              <a:buNone/>
              <a:defRPr>
                <a:solidFill>
                  <a:srgbClr val="888888"/>
                </a:solidFill>
              </a:defRPr>
            </a:lvl5pPr>
            <a:lvl6pPr lvl="5" algn="ctr">
              <a:lnSpc>
                <a:spcPct val="100000"/>
              </a:lnSpc>
              <a:spcBef>
                <a:spcPts val="320"/>
              </a:spcBef>
              <a:spcAft>
                <a:spcPts val="0"/>
              </a:spcAft>
              <a:buSzPts val="1600"/>
              <a:buNone/>
              <a:defRPr>
                <a:solidFill>
                  <a:srgbClr val="888888"/>
                </a:solidFill>
              </a:defRPr>
            </a:lvl6pPr>
            <a:lvl7pPr lvl="6" algn="ctr">
              <a:lnSpc>
                <a:spcPct val="100000"/>
              </a:lnSpc>
              <a:spcBef>
                <a:spcPts val="320"/>
              </a:spcBef>
              <a:spcAft>
                <a:spcPts val="0"/>
              </a:spcAft>
              <a:buSzPts val="1600"/>
              <a:buNone/>
              <a:defRPr>
                <a:solidFill>
                  <a:srgbClr val="888888"/>
                </a:solidFill>
              </a:defRPr>
            </a:lvl7pPr>
            <a:lvl8pPr lvl="7" algn="ctr">
              <a:lnSpc>
                <a:spcPct val="100000"/>
              </a:lnSpc>
              <a:spcBef>
                <a:spcPts val="320"/>
              </a:spcBef>
              <a:spcAft>
                <a:spcPts val="0"/>
              </a:spcAft>
              <a:buSzPts val="1600"/>
              <a:buNone/>
              <a:defRPr>
                <a:solidFill>
                  <a:srgbClr val="888888"/>
                </a:solidFill>
              </a:defRPr>
            </a:lvl8pPr>
            <a:lvl9pPr lvl="8" algn="ctr">
              <a:lnSpc>
                <a:spcPct val="100000"/>
              </a:lnSpc>
              <a:spcBef>
                <a:spcPts val="320"/>
              </a:spcBef>
              <a:spcAft>
                <a:spcPts val="0"/>
              </a:spcAft>
              <a:buSzPts val="1600"/>
              <a:buNone/>
              <a:defRPr>
                <a:solidFill>
                  <a:srgbClr val="888888"/>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84" name="Shape 184"/>
        <p:cNvGrpSpPr/>
        <p:nvPr/>
      </p:nvGrpSpPr>
      <p:grpSpPr>
        <a:xfrm>
          <a:off x="0" y="0"/>
          <a:ext cx="0" cy="0"/>
          <a:chOff x="0" y="0"/>
          <a:chExt cx="0" cy="0"/>
        </a:xfrm>
      </p:grpSpPr>
      <p:sp>
        <p:nvSpPr>
          <p:cNvPr id="185" name="Google Shape;185;g3ecd9d5b514_2_47"/>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6" name="Google Shape;186;g3ecd9d5b514_2_47"/>
          <p:cNvSpPr txBox="1"/>
          <p:nvPr>
            <p:ph idx="1" type="body"/>
          </p:nvPr>
        </p:nvSpPr>
        <p:spPr>
          <a:xfrm>
            <a:off x="1016000" y="1676400"/>
            <a:ext cx="4876800" cy="4495800"/>
          </a:xfrm>
          <a:prstGeom prst="rect">
            <a:avLst/>
          </a:prstGeom>
          <a:noFill/>
          <a:ln>
            <a:noFill/>
          </a:ln>
        </p:spPr>
        <p:txBody>
          <a:bodyPr anchorCtr="0" anchor="t" bIns="45700" lIns="91425" spcFirstLastPara="1" rIns="91425" wrap="square" tIns="45700">
            <a:normAutofit/>
          </a:bodyPr>
          <a:lstStyle>
            <a:lvl1pPr indent="-381000" lvl="0" marL="457200" algn="l">
              <a:lnSpc>
                <a:spcPct val="95000"/>
              </a:lnSpc>
              <a:spcBef>
                <a:spcPts val="1200"/>
              </a:spcBef>
              <a:spcAft>
                <a:spcPts val="0"/>
              </a:spcAft>
              <a:buSzPts val="2400"/>
              <a:buChar char="•"/>
              <a:defRPr sz="2400"/>
            </a:lvl1pPr>
            <a:lvl2pPr indent="-355600" lvl="1" marL="914400" algn="l">
              <a:lnSpc>
                <a:spcPct val="95000"/>
              </a:lnSpc>
              <a:spcBef>
                <a:spcPts val="600"/>
              </a:spcBef>
              <a:spcAft>
                <a:spcPts val="0"/>
              </a:spcAft>
              <a:buSzPts val="2000"/>
              <a:buChar char="─"/>
              <a:defRPr sz="2000"/>
            </a:lvl2pPr>
            <a:lvl3pPr indent="-342900" lvl="2" marL="1371600" algn="l">
              <a:lnSpc>
                <a:spcPct val="95000"/>
              </a:lnSpc>
              <a:spcBef>
                <a:spcPts val="600"/>
              </a:spcBef>
              <a:spcAft>
                <a:spcPts val="0"/>
              </a:spcAft>
              <a:buSzPts val="1800"/>
              <a:buChar char="▪"/>
              <a:defRPr sz="1800"/>
            </a:lvl3pPr>
            <a:lvl4pPr indent="-330200" lvl="3" marL="1828800" algn="l">
              <a:lnSpc>
                <a:spcPct val="95000"/>
              </a:lnSpc>
              <a:spcBef>
                <a:spcPts val="600"/>
              </a:spcBef>
              <a:spcAft>
                <a:spcPts val="0"/>
              </a:spcAft>
              <a:buSzPts val="1600"/>
              <a:buChar char="o"/>
              <a:defRPr sz="1600"/>
            </a:lvl4pPr>
            <a:lvl5pPr indent="-330200" lvl="4" marL="2286000" algn="l">
              <a:lnSpc>
                <a:spcPct val="95000"/>
              </a:lnSpc>
              <a:spcBef>
                <a:spcPts val="600"/>
              </a:spcBef>
              <a:spcAft>
                <a:spcPts val="0"/>
              </a:spcAft>
              <a:buSzPts val="1600"/>
              <a:buChar char="•"/>
              <a:defRPr sz="1600"/>
            </a:lvl5pPr>
            <a:lvl6pPr indent="-342900" lvl="5" marL="2743200" algn="l">
              <a:lnSpc>
                <a:spcPct val="100000"/>
              </a:lnSpc>
              <a:spcBef>
                <a:spcPts val="360"/>
              </a:spcBef>
              <a:spcAft>
                <a:spcPts val="0"/>
              </a:spcAft>
              <a:buSzPts val="1800"/>
              <a:buChar char="•"/>
              <a:defRPr sz="1800"/>
            </a:lvl6pPr>
            <a:lvl7pPr indent="-342900" lvl="6" marL="3200400" algn="l">
              <a:lnSpc>
                <a:spcPct val="100000"/>
              </a:lnSpc>
              <a:spcBef>
                <a:spcPts val="360"/>
              </a:spcBef>
              <a:spcAft>
                <a:spcPts val="0"/>
              </a:spcAft>
              <a:buSzPts val="1800"/>
              <a:buChar char="•"/>
              <a:defRPr sz="1800"/>
            </a:lvl7pPr>
            <a:lvl8pPr indent="-342900" lvl="7" marL="3657600" algn="l">
              <a:lnSpc>
                <a:spcPct val="100000"/>
              </a:lnSpc>
              <a:spcBef>
                <a:spcPts val="360"/>
              </a:spcBef>
              <a:spcAft>
                <a:spcPts val="0"/>
              </a:spcAft>
              <a:buSzPts val="1800"/>
              <a:buChar char="•"/>
              <a:defRPr sz="1800"/>
            </a:lvl8pPr>
            <a:lvl9pPr indent="-342900" lvl="8" marL="4114800" algn="l">
              <a:lnSpc>
                <a:spcPct val="100000"/>
              </a:lnSpc>
              <a:spcBef>
                <a:spcPts val="360"/>
              </a:spcBef>
              <a:spcAft>
                <a:spcPts val="0"/>
              </a:spcAft>
              <a:buSzPts val="1800"/>
              <a:buChar char="•"/>
              <a:defRPr sz="1800"/>
            </a:lvl9pPr>
          </a:lstStyle>
          <a:p/>
        </p:txBody>
      </p:sp>
      <p:sp>
        <p:nvSpPr>
          <p:cNvPr id="187" name="Google Shape;187;g3ecd9d5b514_2_47"/>
          <p:cNvSpPr txBox="1"/>
          <p:nvPr>
            <p:ph idx="2" type="body"/>
          </p:nvPr>
        </p:nvSpPr>
        <p:spPr>
          <a:xfrm>
            <a:off x="6197600" y="1676400"/>
            <a:ext cx="4876800" cy="4495800"/>
          </a:xfrm>
          <a:prstGeom prst="rect">
            <a:avLst/>
          </a:prstGeom>
          <a:noFill/>
          <a:ln>
            <a:noFill/>
          </a:ln>
        </p:spPr>
        <p:txBody>
          <a:bodyPr anchorCtr="0" anchor="t" bIns="45700" lIns="91425" spcFirstLastPara="1" rIns="91425" wrap="square" tIns="45700">
            <a:normAutofit/>
          </a:bodyPr>
          <a:lstStyle>
            <a:lvl1pPr indent="-381000" lvl="0" marL="457200" algn="l">
              <a:lnSpc>
                <a:spcPct val="95000"/>
              </a:lnSpc>
              <a:spcBef>
                <a:spcPts val="1200"/>
              </a:spcBef>
              <a:spcAft>
                <a:spcPts val="0"/>
              </a:spcAft>
              <a:buSzPts val="2400"/>
              <a:buChar char="•"/>
              <a:defRPr sz="2400"/>
            </a:lvl1pPr>
            <a:lvl2pPr indent="-355600" lvl="1" marL="914400" algn="l">
              <a:lnSpc>
                <a:spcPct val="95000"/>
              </a:lnSpc>
              <a:spcBef>
                <a:spcPts val="600"/>
              </a:spcBef>
              <a:spcAft>
                <a:spcPts val="0"/>
              </a:spcAft>
              <a:buSzPts val="2000"/>
              <a:buChar char="─"/>
              <a:defRPr sz="2000"/>
            </a:lvl2pPr>
            <a:lvl3pPr indent="-342900" lvl="2" marL="1371600" algn="l">
              <a:lnSpc>
                <a:spcPct val="95000"/>
              </a:lnSpc>
              <a:spcBef>
                <a:spcPts val="600"/>
              </a:spcBef>
              <a:spcAft>
                <a:spcPts val="0"/>
              </a:spcAft>
              <a:buSzPts val="1800"/>
              <a:buChar char="▪"/>
              <a:defRPr sz="1800"/>
            </a:lvl3pPr>
            <a:lvl4pPr indent="-330200" lvl="3" marL="1828800" algn="l">
              <a:lnSpc>
                <a:spcPct val="95000"/>
              </a:lnSpc>
              <a:spcBef>
                <a:spcPts val="600"/>
              </a:spcBef>
              <a:spcAft>
                <a:spcPts val="0"/>
              </a:spcAft>
              <a:buSzPts val="1600"/>
              <a:buChar char="o"/>
              <a:defRPr sz="1600"/>
            </a:lvl4pPr>
            <a:lvl5pPr indent="-330200" lvl="4" marL="2286000" algn="l">
              <a:lnSpc>
                <a:spcPct val="95000"/>
              </a:lnSpc>
              <a:spcBef>
                <a:spcPts val="600"/>
              </a:spcBef>
              <a:spcAft>
                <a:spcPts val="0"/>
              </a:spcAft>
              <a:buSzPts val="1600"/>
              <a:buChar char="•"/>
              <a:defRPr sz="1600"/>
            </a:lvl5pPr>
            <a:lvl6pPr indent="-342900" lvl="5" marL="2743200" algn="l">
              <a:lnSpc>
                <a:spcPct val="100000"/>
              </a:lnSpc>
              <a:spcBef>
                <a:spcPts val="360"/>
              </a:spcBef>
              <a:spcAft>
                <a:spcPts val="0"/>
              </a:spcAft>
              <a:buSzPts val="1800"/>
              <a:buChar char="•"/>
              <a:defRPr sz="1800"/>
            </a:lvl6pPr>
            <a:lvl7pPr indent="-342900" lvl="6" marL="3200400" algn="l">
              <a:lnSpc>
                <a:spcPct val="100000"/>
              </a:lnSpc>
              <a:spcBef>
                <a:spcPts val="360"/>
              </a:spcBef>
              <a:spcAft>
                <a:spcPts val="0"/>
              </a:spcAft>
              <a:buSzPts val="1800"/>
              <a:buChar char="•"/>
              <a:defRPr sz="1800"/>
            </a:lvl7pPr>
            <a:lvl8pPr indent="-342900" lvl="7" marL="3657600" algn="l">
              <a:lnSpc>
                <a:spcPct val="100000"/>
              </a:lnSpc>
              <a:spcBef>
                <a:spcPts val="360"/>
              </a:spcBef>
              <a:spcAft>
                <a:spcPts val="0"/>
              </a:spcAft>
              <a:buSzPts val="1800"/>
              <a:buChar char="•"/>
              <a:defRPr sz="1800"/>
            </a:lvl8pPr>
            <a:lvl9pPr indent="-342900" lvl="8" marL="4114800" algn="l">
              <a:lnSpc>
                <a:spcPct val="100000"/>
              </a:lnSpc>
              <a:spcBef>
                <a:spcPts val="360"/>
              </a:spcBef>
              <a:spcAft>
                <a:spcPts val="0"/>
              </a:spcAft>
              <a:buSzPts val="1800"/>
              <a:buChar char="•"/>
              <a:defRPr sz="1800"/>
            </a:lvl9pPr>
          </a:lstStyle>
          <a:p/>
        </p:txBody>
      </p:sp>
      <p:sp>
        <p:nvSpPr>
          <p:cNvPr id="188" name="Google Shape;188;g3ecd9d5b514_2_47"/>
          <p:cNvSpPr txBox="1"/>
          <p:nvPr>
            <p:ph idx="12" type="sldNum"/>
          </p:nvPr>
        </p:nvSpPr>
        <p:spPr>
          <a:xfrm>
            <a:off x="1" y="6387664"/>
            <a:ext cx="609600" cy="3942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US"/>
              <a:t>‹#›</a:t>
            </a:fld>
            <a:endParaRPr/>
          </a:p>
        </p:txBody>
      </p:sp>
      <p:sp>
        <p:nvSpPr>
          <p:cNvPr id="189" name="Google Shape;189;g3ecd9d5b514_2_47"/>
          <p:cNvSpPr txBox="1"/>
          <p:nvPr>
            <p:ph idx="11" type="ftr"/>
          </p:nvPr>
        </p:nvSpPr>
        <p:spPr>
          <a:xfrm>
            <a:off x="609600" y="6400800"/>
            <a:ext cx="6807300" cy="304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90" name="Shape 190"/>
        <p:cNvGrpSpPr/>
        <p:nvPr/>
      </p:nvGrpSpPr>
      <p:grpSpPr>
        <a:xfrm>
          <a:off x="0" y="0"/>
          <a:ext cx="0" cy="0"/>
          <a:chOff x="0" y="0"/>
          <a:chExt cx="0" cy="0"/>
        </a:xfrm>
      </p:grpSpPr>
      <p:sp>
        <p:nvSpPr>
          <p:cNvPr id="191" name="Google Shape;191;g3ecd9d5b514_2_53"/>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262626"/>
              </a:buClr>
              <a:buSzPts val="3200"/>
              <a:buFont typeface="Verdan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2" name="Google Shape;192;g3ecd9d5b514_2_53"/>
          <p:cNvSpPr txBox="1"/>
          <p:nvPr>
            <p:ph idx="1" type="body"/>
          </p:nvPr>
        </p:nvSpPr>
        <p:spPr>
          <a:xfrm>
            <a:off x="1016000" y="1496736"/>
            <a:ext cx="4876800" cy="639900"/>
          </a:xfrm>
          <a:prstGeom prst="rect">
            <a:avLst/>
          </a:prstGeom>
          <a:noFill/>
          <a:ln>
            <a:noFill/>
          </a:ln>
        </p:spPr>
        <p:txBody>
          <a:bodyPr anchorCtr="0" anchor="b" bIns="45700" lIns="91425" spcFirstLastPara="1" rIns="91425" wrap="square" tIns="45700">
            <a:noAutofit/>
          </a:bodyPr>
          <a:lstStyle>
            <a:lvl1pPr indent="-228600" lvl="0" marL="457200" algn="l">
              <a:lnSpc>
                <a:spcPct val="95000"/>
              </a:lnSpc>
              <a:spcBef>
                <a:spcPts val="1200"/>
              </a:spcBef>
              <a:spcAft>
                <a:spcPts val="0"/>
              </a:spcAft>
              <a:buSzPts val="2000"/>
              <a:buNone/>
              <a:defRPr b="1" sz="2000">
                <a:solidFill>
                  <a:schemeClr val="dk2"/>
                </a:solidFill>
                <a:latin typeface="Verdana"/>
                <a:ea typeface="Verdana"/>
                <a:cs typeface="Verdana"/>
                <a:sym typeface="Verdana"/>
              </a:defRPr>
            </a:lvl1pPr>
            <a:lvl2pPr indent="-228600" lvl="1" marL="914400" algn="l">
              <a:lnSpc>
                <a:spcPct val="95000"/>
              </a:lnSpc>
              <a:spcBef>
                <a:spcPts val="600"/>
              </a:spcBef>
              <a:spcAft>
                <a:spcPts val="0"/>
              </a:spcAft>
              <a:buSzPts val="2000"/>
              <a:buNone/>
              <a:defRPr b="1" sz="2000"/>
            </a:lvl2pPr>
            <a:lvl3pPr indent="-228600" lvl="2" marL="1371600" algn="l">
              <a:lnSpc>
                <a:spcPct val="95000"/>
              </a:lnSpc>
              <a:spcBef>
                <a:spcPts val="600"/>
              </a:spcBef>
              <a:spcAft>
                <a:spcPts val="0"/>
              </a:spcAft>
              <a:buSzPts val="1800"/>
              <a:buNone/>
              <a:defRPr b="1" sz="1800"/>
            </a:lvl3pPr>
            <a:lvl4pPr indent="-228600" lvl="3" marL="1828800" algn="l">
              <a:lnSpc>
                <a:spcPct val="95000"/>
              </a:lnSpc>
              <a:spcBef>
                <a:spcPts val="600"/>
              </a:spcBef>
              <a:spcAft>
                <a:spcPts val="0"/>
              </a:spcAft>
              <a:buSzPts val="1600"/>
              <a:buNone/>
              <a:defRPr b="1" sz="1600"/>
            </a:lvl4pPr>
            <a:lvl5pPr indent="-228600" lvl="4" marL="2286000" algn="l">
              <a:lnSpc>
                <a:spcPct val="95000"/>
              </a:lnSpc>
              <a:spcBef>
                <a:spcPts val="600"/>
              </a:spcBef>
              <a:spcAft>
                <a:spcPts val="0"/>
              </a:spcAft>
              <a:buSzPts val="1600"/>
              <a:buNone/>
              <a:defRPr b="1" sz="1600"/>
            </a:lvl5pPr>
            <a:lvl6pPr indent="-228600" lvl="5" marL="2743200" algn="l">
              <a:lnSpc>
                <a:spcPct val="100000"/>
              </a:lnSpc>
              <a:spcBef>
                <a:spcPts val="320"/>
              </a:spcBef>
              <a:spcAft>
                <a:spcPts val="0"/>
              </a:spcAft>
              <a:buSzPts val="1600"/>
              <a:buNone/>
              <a:defRPr b="1" sz="1600"/>
            </a:lvl6pPr>
            <a:lvl7pPr indent="-228600" lvl="6" marL="3200400" algn="l">
              <a:lnSpc>
                <a:spcPct val="100000"/>
              </a:lnSpc>
              <a:spcBef>
                <a:spcPts val="320"/>
              </a:spcBef>
              <a:spcAft>
                <a:spcPts val="0"/>
              </a:spcAft>
              <a:buSzPts val="1600"/>
              <a:buNone/>
              <a:defRPr b="1" sz="1600"/>
            </a:lvl7pPr>
            <a:lvl8pPr indent="-228600" lvl="7" marL="3657600" algn="l">
              <a:lnSpc>
                <a:spcPct val="100000"/>
              </a:lnSpc>
              <a:spcBef>
                <a:spcPts val="320"/>
              </a:spcBef>
              <a:spcAft>
                <a:spcPts val="0"/>
              </a:spcAft>
              <a:buSzPts val="1600"/>
              <a:buNone/>
              <a:defRPr b="1" sz="1600"/>
            </a:lvl8pPr>
            <a:lvl9pPr indent="-228600" lvl="8" marL="4114800" algn="l">
              <a:lnSpc>
                <a:spcPct val="100000"/>
              </a:lnSpc>
              <a:spcBef>
                <a:spcPts val="320"/>
              </a:spcBef>
              <a:spcAft>
                <a:spcPts val="0"/>
              </a:spcAft>
              <a:buSzPts val="1600"/>
              <a:buNone/>
              <a:defRPr b="1" sz="1600"/>
            </a:lvl9pPr>
          </a:lstStyle>
          <a:p/>
        </p:txBody>
      </p:sp>
      <p:sp>
        <p:nvSpPr>
          <p:cNvPr id="193" name="Google Shape;193;g3ecd9d5b514_2_53"/>
          <p:cNvSpPr txBox="1"/>
          <p:nvPr>
            <p:ph idx="2" type="body"/>
          </p:nvPr>
        </p:nvSpPr>
        <p:spPr>
          <a:xfrm>
            <a:off x="1016000" y="2216400"/>
            <a:ext cx="4876800" cy="3955800"/>
          </a:xfrm>
          <a:prstGeom prst="rect">
            <a:avLst/>
          </a:prstGeom>
          <a:noFill/>
          <a:ln>
            <a:noFill/>
          </a:ln>
        </p:spPr>
        <p:txBody>
          <a:bodyPr anchorCtr="0" anchor="t" bIns="45700" lIns="91425" spcFirstLastPara="1" rIns="91425" wrap="square" tIns="45700">
            <a:normAutofit/>
          </a:bodyPr>
          <a:lstStyle>
            <a:lvl1pPr indent="-355600" lvl="0" marL="457200" algn="l">
              <a:lnSpc>
                <a:spcPct val="95000"/>
              </a:lnSpc>
              <a:spcBef>
                <a:spcPts val="1200"/>
              </a:spcBef>
              <a:spcAft>
                <a:spcPts val="0"/>
              </a:spcAft>
              <a:buSzPts val="2000"/>
              <a:buChar char="•"/>
              <a:defRPr sz="2000"/>
            </a:lvl1pPr>
            <a:lvl2pPr indent="-342900" lvl="1" marL="914400" algn="l">
              <a:lnSpc>
                <a:spcPct val="95000"/>
              </a:lnSpc>
              <a:spcBef>
                <a:spcPts val="600"/>
              </a:spcBef>
              <a:spcAft>
                <a:spcPts val="0"/>
              </a:spcAft>
              <a:buSzPts val="1800"/>
              <a:buChar char="─"/>
              <a:defRPr sz="1800"/>
            </a:lvl2pPr>
            <a:lvl3pPr indent="-330200" lvl="2" marL="1371600" algn="l">
              <a:lnSpc>
                <a:spcPct val="95000"/>
              </a:lnSpc>
              <a:spcBef>
                <a:spcPts val="600"/>
              </a:spcBef>
              <a:spcAft>
                <a:spcPts val="0"/>
              </a:spcAft>
              <a:buSzPts val="1600"/>
              <a:buChar char="▪"/>
              <a:defRPr sz="1600"/>
            </a:lvl3pPr>
            <a:lvl4pPr indent="-317500" lvl="3" marL="1828800" algn="l">
              <a:lnSpc>
                <a:spcPct val="95000"/>
              </a:lnSpc>
              <a:spcBef>
                <a:spcPts val="600"/>
              </a:spcBef>
              <a:spcAft>
                <a:spcPts val="0"/>
              </a:spcAft>
              <a:buSzPts val="1400"/>
              <a:buChar char="o"/>
              <a:defRPr sz="1400"/>
            </a:lvl4pPr>
            <a:lvl5pPr indent="-317500" lvl="4" marL="2286000" algn="l">
              <a:lnSpc>
                <a:spcPct val="95000"/>
              </a:lnSpc>
              <a:spcBef>
                <a:spcPts val="600"/>
              </a:spcBef>
              <a:spcAft>
                <a:spcPts val="0"/>
              </a:spcAft>
              <a:buSzPts val="1400"/>
              <a:buChar char="•"/>
              <a:defRPr sz="1400"/>
            </a:lvl5pPr>
            <a:lvl6pPr indent="-330200" lvl="5" marL="2743200" algn="l">
              <a:lnSpc>
                <a:spcPct val="100000"/>
              </a:lnSpc>
              <a:spcBef>
                <a:spcPts val="320"/>
              </a:spcBef>
              <a:spcAft>
                <a:spcPts val="0"/>
              </a:spcAft>
              <a:buSzPts val="1600"/>
              <a:buChar char="•"/>
              <a:defRPr sz="1600"/>
            </a:lvl6pPr>
            <a:lvl7pPr indent="-330200" lvl="6" marL="3200400" algn="l">
              <a:lnSpc>
                <a:spcPct val="100000"/>
              </a:lnSpc>
              <a:spcBef>
                <a:spcPts val="320"/>
              </a:spcBef>
              <a:spcAft>
                <a:spcPts val="0"/>
              </a:spcAft>
              <a:buSzPts val="1600"/>
              <a:buChar char="•"/>
              <a:defRPr sz="1600"/>
            </a:lvl7pPr>
            <a:lvl8pPr indent="-330200" lvl="7" marL="3657600" algn="l">
              <a:lnSpc>
                <a:spcPct val="100000"/>
              </a:lnSpc>
              <a:spcBef>
                <a:spcPts val="320"/>
              </a:spcBef>
              <a:spcAft>
                <a:spcPts val="0"/>
              </a:spcAft>
              <a:buSzPts val="1600"/>
              <a:buChar char="•"/>
              <a:defRPr sz="1600"/>
            </a:lvl8pPr>
            <a:lvl9pPr indent="-330200" lvl="8" marL="4114800" algn="l">
              <a:lnSpc>
                <a:spcPct val="100000"/>
              </a:lnSpc>
              <a:spcBef>
                <a:spcPts val="320"/>
              </a:spcBef>
              <a:spcAft>
                <a:spcPts val="0"/>
              </a:spcAft>
              <a:buSzPts val="1600"/>
              <a:buChar char="•"/>
              <a:defRPr sz="1600"/>
            </a:lvl9pPr>
          </a:lstStyle>
          <a:p/>
        </p:txBody>
      </p:sp>
      <p:sp>
        <p:nvSpPr>
          <p:cNvPr id="194" name="Google Shape;194;g3ecd9d5b514_2_53"/>
          <p:cNvSpPr txBox="1"/>
          <p:nvPr>
            <p:ph idx="3" type="body"/>
          </p:nvPr>
        </p:nvSpPr>
        <p:spPr>
          <a:xfrm>
            <a:off x="6197600" y="1496736"/>
            <a:ext cx="4876800" cy="639900"/>
          </a:xfrm>
          <a:prstGeom prst="rect">
            <a:avLst/>
          </a:prstGeom>
          <a:noFill/>
          <a:ln>
            <a:noFill/>
          </a:ln>
        </p:spPr>
        <p:txBody>
          <a:bodyPr anchorCtr="0" anchor="b" bIns="45700" lIns="91425" spcFirstLastPara="1" rIns="91425" wrap="square" tIns="45700">
            <a:noAutofit/>
          </a:bodyPr>
          <a:lstStyle>
            <a:lvl1pPr indent="-228600" lvl="0" marL="457200" algn="l">
              <a:lnSpc>
                <a:spcPct val="95000"/>
              </a:lnSpc>
              <a:spcBef>
                <a:spcPts val="1200"/>
              </a:spcBef>
              <a:spcAft>
                <a:spcPts val="0"/>
              </a:spcAft>
              <a:buSzPts val="2000"/>
              <a:buNone/>
              <a:defRPr b="1" sz="2000">
                <a:solidFill>
                  <a:schemeClr val="dk2"/>
                </a:solidFill>
                <a:latin typeface="Verdana"/>
                <a:ea typeface="Verdana"/>
                <a:cs typeface="Verdana"/>
                <a:sym typeface="Verdana"/>
              </a:defRPr>
            </a:lvl1pPr>
            <a:lvl2pPr indent="-228600" lvl="1" marL="914400" algn="l">
              <a:lnSpc>
                <a:spcPct val="95000"/>
              </a:lnSpc>
              <a:spcBef>
                <a:spcPts val="600"/>
              </a:spcBef>
              <a:spcAft>
                <a:spcPts val="0"/>
              </a:spcAft>
              <a:buSzPts val="2000"/>
              <a:buNone/>
              <a:defRPr b="1" sz="2000"/>
            </a:lvl2pPr>
            <a:lvl3pPr indent="-228600" lvl="2" marL="1371600" algn="l">
              <a:lnSpc>
                <a:spcPct val="95000"/>
              </a:lnSpc>
              <a:spcBef>
                <a:spcPts val="600"/>
              </a:spcBef>
              <a:spcAft>
                <a:spcPts val="0"/>
              </a:spcAft>
              <a:buSzPts val="1800"/>
              <a:buNone/>
              <a:defRPr b="1" sz="1800"/>
            </a:lvl3pPr>
            <a:lvl4pPr indent="-228600" lvl="3" marL="1828800" algn="l">
              <a:lnSpc>
                <a:spcPct val="95000"/>
              </a:lnSpc>
              <a:spcBef>
                <a:spcPts val="600"/>
              </a:spcBef>
              <a:spcAft>
                <a:spcPts val="0"/>
              </a:spcAft>
              <a:buSzPts val="1600"/>
              <a:buNone/>
              <a:defRPr b="1" sz="1600"/>
            </a:lvl4pPr>
            <a:lvl5pPr indent="-228600" lvl="4" marL="2286000" algn="l">
              <a:lnSpc>
                <a:spcPct val="95000"/>
              </a:lnSpc>
              <a:spcBef>
                <a:spcPts val="600"/>
              </a:spcBef>
              <a:spcAft>
                <a:spcPts val="0"/>
              </a:spcAft>
              <a:buSzPts val="1600"/>
              <a:buNone/>
              <a:defRPr b="1" sz="1600"/>
            </a:lvl5pPr>
            <a:lvl6pPr indent="-228600" lvl="5" marL="2743200" algn="l">
              <a:lnSpc>
                <a:spcPct val="100000"/>
              </a:lnSpc>
              <a:spcBef>
                <a:spcPts val="320"/>
              </a:spcBef>
              <a:spcAft>
                <a:spcPts val="0"/>
              </a:spcAft>
              <a:buSzPts val="1600"/>
              <a:buNone/>
              <a:defRPr b="1" sz="1600"/>
            </a:lvl6pPr>
            <a:lvl7pPr indent="-228600" lvl="6" marL="3200400" algn="l">
              <a:lnSpc>
                <a:spcPct val="100000"/>
              </a:lnSpc>
              <a:spcBef>
                <a:spcPts val="320"/>
              </a:spcBef>
              <a:spcAft>
                <a:spcPts val="0"/>
              </a:spcAft>
              <a:buSzPts val="1600"/>
              <a:buNone/>
              <a:defRPr b="1" sz="1600"/>
            </a:lvl7pPr>
            <a:lvl8pPr indent="-228600" lvl="7" marL="3657600" algn="l">
              <a:lnSpc>
                <a:spcPct val="100000"/>
              </a:lnSpc>
              <a:spcBef>
                <a:spcPts val="320"/>
              </a:spcBef>
              <a:spcAft>
                <a:spcPts val="0"/>
              </a:spcAft>
              <a:buSzPts val="1600"/>
              <a:buNone/>
              <a:defRPr b="1" sz="1600"/>
            </a:lvl8pPr>
            <a:lvl9pPr indent="-228600" lvl="8" marL="4114800" algn="l">
              <a:lnSpc>
                <a:spcPct val="100000"/>
              </a:lnSpc>
              <a:spcBef>
                <a:spcPts val="320"/>
              </a:spcBef>
              <a:spcAft>
                <a:spcPts val="0"/>
              </a:spcAft>
              <a:buSzPts val="1600"/>
              <a:buNone/>
              <a:defRPr b="1" sz="1600"/>
            </a:lvl9pPr>
          </a:lstStyle>
          <a:p/>
        </p:txBody>
      </p:sp>
      <p:sp>
        <p:nvSpPr>
          <p:cNvPr id="195" name="Google Shape;195;g3ecd9d5b514_2_53"/>
          <p:cNvSpPr txBox="1"/>
          <p:nvPr>
            <p:ph idx="4" type="body"/>
          </p:nvPr>
        </p:nvSpPr>
        <p:spPr>
          <a:xfrm>
            <a:off x="6197600" y="2216400"/>
            <a:ext cx="4876800" cy="3955800"/>
          </a:xfrm>
          <a:prstGeom prst="rect">
            <a:avLst/>
          </a:prstGeom>
          <a:noFill/>
          <a:ln>
            <a:noFill/>
          </a:ln>
        </p:spPr>
        <p:txBody>
          <a:bodyPr anchorCtr="0" anchor="t" bIns="45700" lIns="91425" spcFirstLastPara="1" rIns="91425" wrap="square" tIns="45700">
            <a:normAutofit/>
          </a:bodyPr>
          <a:lstStyle>
            <a:lvl1pPr indent="-355600" lvl="0" marL="457200" algn="l">
              <a:lnSpc>
                <a:spcPct val="95000"/>
              </a:lnSpc>
              <a:spcBef>
                <a:spcPts val="1200"/>
              </a:spcBef>
              <a:spcAft>
                <a:spcPts val="0"/>
              </a:spcAft>
              <a:buSzPts val="2000"/>
              <a:buChar char="•"/>
              <a:defRPr sz="2000"/>
            </a:lvl1pPr>
            <a:lvl2pPr indent="-342900" lvl="1" marL="914400" algn="l">
              <a:lnSpc>
                <a:spcPct val="95000"/>
              </a:lnSpc>
              <a:spcBef>
                <a:spcPts val="600"/>
              </a:spcBef>
              <a:spcAft>
                <a:spcPts val="0"/>
              </a:spcAft>
              <a:buSzPts val="1800"/>
              <a:buChar char="─"/>
              <a:defRPr sz="1800"/>
            </a:lvl2pPr>
            <a:lvl3pPr indent="-330200" lvl="2" marL="1371600" algn="l">
              <a:lnSpc>
                <a:spcPct val="95000"/>
              </a:lnSpc>
              <a:spcBef>
                <a:spcPts val="600"/>
              </a:spcBef>
              <a:spcAft>
                <a:spcPts val="0"/>
              </a:spcAft>
              <a:buSzPts val="1600"/>
              <a:buChar char="▪"/>
              <a:defRPr sz="1600"/>
            </a:lvl3pPr>
            <a:lvl4pPr indent="-317500" lvl="3" marL="1828800" algn="l">
              <a:lnSpc>
                <a:spcPct val="95000"/>
              </a:lnSpc>
              <a:spcBef>
                <a:spcPts val="600"/>
              </a:spcBef>
              <a:spcAft>
                <a:spcPts val="0"/>
              </a:spcAft>
              <a:buSzPts val="1400"/>
              <a:buChar char="o"/>
              <a:defRPr sz="1400"/>
            </a:lvl4pPr>
            <a:lvl5pPr indent="-317500" lvl="4" marL="2286000" algn="l">
              <a:lnSpc>
                <a:spcPct val="95000"/>
              </a:lnSpc>
              <a:spcBef>
                <a:spcPts val="600"/>
              </a:spcBef>
              <a:spcAft>
                <a:spcPts val="0"/>
              </a:spcAft>
              <a:buSzPts val="1400"/>
              <a:buChar char="•"/>
              <a:defRPr sz="1400"/>
            </a:lvl5pPr>
            <a:lvl6pPr indent="-330200" lvl="5" marL="2743200" algn="l">
              <a:lnSpc>
                <a:spcPct val="100000"/>
              </a:lnSpc>
              <a:spcBef>
                <a:spcPts val="320"/>
              </a:spcBef>
              <a:spcAft>
                <a:spcPts val="0"/>
              </a:spcAft>
              <a:buSzPts val="1600"/>
              <a:buChar char="•"/>
              <a:defRPr sz="1600"/>
            </a:lvl6pPr>
            <a:lvl7pPr indent="-330200" lvl="6" marL="3200400" algn="l">
              <a:lnSpc>
                <a:spcPct val="100000"/>
              </a:lnSpc>
              <a:spcBef>
                <a:spcPts val="320"/>
              </a:spcBef>
              <a:spcAft>
                <a:spcPts val="0"/>
              </a:spcAft>
              <a:buSzPts val="1600"/>
              <a:buChar char="•"/>
              <a:defRPr sz="1600"/>
            </a:lvl7pPr>
            <a:lvl8pPr indent="-330200" lvl="7" marL="3657600" algn="l">
              <a:lnSpc>
                <a:spcPct val="100000"/>
              </a:lnSpc>
              <a:spcBef>
                <a:spcPts val="320"/>
              </a:spcBef>
              <a:spcAft>
                <a:spcPts val="0"/>
              </a:spcAft>
              <a:buSzPts val="1600"/>
              <a:buChar char="•"/>
              <a:defRPr sz="1600"/>
            </a:lvl8pPr>
            <a:lvl9pPr indent="-330200" lvl="8" marL="4114800" algn="l">
              <a:lnSpc>
                <a:spcPct val="100000"/>
              </a:lnSpc>
              <a:spcBef>
                <a:spcPts val="320"/>
              </a:spcBef>
              <a:spcAft>
                <a:spcPts val="0"/>
              </a:spcAft>
              <a:buSzPts val="1600"/>
              <a:buChar char="•"/>
              <a:defRPr sz="1600"/>
            </a:lvl9pPr>
          </a:lstStyle>
          <a:p/>
        </p:txBody>
      </p:sp>
      <p:sp>
        <p:nvSpPr>
          <p:cNvPr id="196" name="Google Shape;196;g3ecd9d5b514_2_53"/>
          <p:cNvSpPr txBox="1"/>
          <p:nvPr>
            <p:ph idx="12" type="sldNum"/>
          </p:nvPr>
        </p:nvSpPr>
        <p:spPr>
          <a:xfrm>
            <a:off x="1" y="6387664"/>
            <a:ext cx="609600" cy="3942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US"/>
              <a:t>‹#›</a:t>
            </a:fld>
            <a:endParaRPr/>
          </a:p>
        </p:txBody>
      </p:sp>
      <p:sp>
        <p:nvSpPr>
          <p:cNvPr id="197" name="Google Shape;197;g3ecd9d5b514_2_53"/>
          <p:cNvSpPr txBox="1"/>
          <p:nvPr>
            <p:ph idx="11" type="ftr"/>
          </p:nvPr>
        </p:nvSpPr>
        <p:spPr>
          <a:xfrm>
            <a:off x="609600" y="6400800"/>
            <a:ext cx="6807300" cy="304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8" name="Shape 198"/>
        <p:cNvGrpSpPr/>
        <p:nvPr/>
      </p:nvGrpSpPr>
      <p:grpSpPr>
        <a:xfrm>
          <a:off x="0" y="0"/>
          <a:ext cx="0" cy="0"/>
          <a:chOff x="0" y="0"/>
          <a:chExt cx="0" cy="0"/>
        </a:xfrm>
      </p:grpSpPr>
      <p:sp>
        <p:nvSpPr>
          <p:cNvPr id="199" name="Google Shape;199;g3ecd9d5b514_2_61"/>
          <p:cNvSpPr txBox="1"/>
          <p:nvPr>
            <p:ph idx="12" type="sldNum"/>
          </p:nvPr>
        </p:nvSpPr>
        <p:spPr>
          <a:xfrm>
            <a:off x="1" y="6391657"/>
            <a:ext cx="612300" cy="365100"/>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US"/>
              <a:t>‹#›</a:t>
            </a:fld>
            <a:endParaRPr/>
          </a:p>
        </p:txBody>
      </p:sp>
      <p:sp>
        <p:nvSpPr>
          <p:cNvPr id="200" name="Google Shape;200;g3ecd9d5b514_2_61"/>
          <p:cNvSpPr txBox="1"/>
          <p:nvPr>
            <p:ph idx="11" type="ftr"/>
          </p:nvPr>
        </p:nvSpPr>
        <p:spPr>
          <a:xfrm>
            <a:off x="609600" y="6400800"/>
            <a:ext cx="6807300" cy="3048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4.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2.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0"/>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262626"/>
              </a:buClr>
              <a:buSzPts val="3200"/>
              <a:buFont typeface="Verdana"/>
              <a:buNone/>
              <a:defRPr b="1" i="0" sz="3200" u="none" cap="none" strike="noStrike">
                <a:solidFill>
                  <a:srgbClr val="262626"/>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11" name="Google Shape;11;p10"/>
          <p:cNvSpPr txBox="1"/>
          <p:nvPr>
            <p:ph idx="1" type="body"/>
          </p:nvPr>
        </p:nvSpPr>
        <p:spPr>
          <a:xfrm>
            <a:off x="609600" y="1524000"/>
            <a:ext cx="10972800" cy="4648200"/>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95000"/>
              </a:lnSpc>
              <a:spcBef>
                <a:spcPts val="1200"/>
              </a:spcBef>
              <a:spcAft>
                <a:spcPts val="0"/>
              </a:spcAft>
              <a:buClr>
                <a:schemeClr val="lt2"/>
              </a:buClr>
              <a:buSzPts val="2400"/>
              <a:buFont typeface="Arial"/>
              <a:buChar char="•"/>
              <a:defRPr b="0" i="0" sz="2400" u="none" cap="none" strike="noStrike">
                <a:solidFill>
                  <a:schemeClr val="dk1"/>
                </a:solidFill>
                <a:latin typeface="Verdana"/>
                <a:ea typeface="Verdana"/>
                <a:cs typeface="Verdana"/>
                <a:sym typeface="Verdana"/>
              </a:defRPr>
            </a:lvl1pPr>
            <a:lvl2pPr indent="-355600" lvl="1" marL="914400" marR="0" rtl="0" algn="l">
              <a:lnSpc>
                <a:spcPct val="95000"/>
              </a:lnSpc>
              <a:spcBef>
                <a:spcPts val="600"/>
              </a:spcBef>
              <a:spcAft>
                <a:spcPts val="0"/>
              </a:spcAft>
              <a:buClr>
                <a:schemeClr val="lt2"/>
              </a:buClr>
              <a:buSzPts val="2000"/>
              <a:buFont typeface="Verdana"/>
              <a:buChar char="─"/>
              <a:defRPr b="0" i="0" sz="2000" u="none" cap="none" strike="noStrike">
                <a:solidFill>
                  <a:schemeClr val="dk1"/>
                </a:solidFill>
                <a:latin typeface="Verdana"/>
                <a:ea typeface="Verdana"/>
                <a:cs typeface="Verdana"/>
                <a:sym typeface="Verdana"/>
              </a:defRPr>
            </a:lvl2pPr>
            <a:lvl3pPr indent="-342900" lvl="2" marL="1371600" marR="0" rtl="0" algn="l">
              <a:lnSpc>
                <a:spcPct val="95000"/>
              </a:lnSpc>
              <a:spcBef>
                <a:spcPts val="600"/>
              </a:spcBef>
              <a:spcAft>
                <a:spcPts val="0"/>
              </a:spcAft>
              <a:buClr>
                <a:schemeClr val="lt2"/>
              </a:buClr>
              <a:buSzPts val="1800"/>
              <a:buFont typeface="Noto Sans Symbols"/>
              <a:buChar char="▪"/>
              <a:defRPr b="0" i="0" sz="1800" u="none" cap="none" strike="noStrike">
                <a:solidFill>
                  <a:schemeClr val="dk1"/>
                </a:solidFill>
                <a:latin typeface="Verdana"/>
                <a:ea typeface="Verdana"/>
                <a:cs typeface="Verdana"/>
                <a:sym typeface="Verdana"/>
              </a:defRPr>
            </a:lvl3pPr>
            <a:lvl4pPr indent="-330200" lvl="3" marL="1828800" marR="0" rtl="0" algn="l">
              <a:lnSpc>
                <a:spcPct val="95000"/>
              </a:lnSpc>
              <a:spcBef>
                <a:spcPts val="600"/>
              </a:spcBef>
              <a:spcAft>
                <a:spcPts val="0"/>
              </a:spcAft>
              <a:buClr>
                <a:schemeClr val="lt2"/>
              </a:buClr>
              <a:buSzPts val="1600"/>
              <a:buFont typeface="Courier New"/>
              <a:buChar char="o"/>
              <a:defRPr b="0" i="0" sz="1600" u="none" cap="none" strike="noStrike">
                <a:solidFill>
                  <a:schemeClr val="dk1"/>
                </a:solidFill>
                <a:latin typeface="Verdana"/>
                <a:ea typeface="Verdana"/>
                <a:cs typeface="Verdana"/>
                <a:sym typeface="Verdana"/>
              </a:defRPr>
            </a:lvl4pPr>
            <a:lvl5pPr indent="-330200" lvl="4" marL="2286000" marR="0" rtl="0" algn="l">
              <a:lnSpc>
                <a:spcPct val="95000"/>
              </a:lnSpc>
              <a:spcBef>
                <a:spcPts val="600"/>
              </a:spcBef>
              <a:spcAft>
                <a:spcPts val="0"/>
              </a:spcAft>
              <a:buClr>
                <a:schemeClr val="lt2"/>
              </a:buClr>
              <a:buSzPts val="1600"/>
              <a:buFont typeface="Arial"/>
              <a:buChar char="•"/>
              <a:defRPr b="0" i="0" sz="1600" u="none" cap="none" strike="noStrike">
                <a:solidFill>
                  <a:schemeClr val="dk1"/>
                </a:solidFill>
                <a:latin typeface="Verdana"/>
                <a:ea typeface="Verdana"/>
                <a:cs typeface="Verdana"/>
                <a:sym typeface="Verdana"/>
              </a:defRPr>
            </a:lvl5pPr>
            <a:lvl6pPr indent="-330200" lvl="5" marL="2743200" marR="0" rtl="0" algn="l">
              <a:lnSpc>
                <a:spcPct val="100000"/>
              </a:lnSpc>
              <a:spcBef>
                <a:spcPts val="320"/>
              </a:spcBef>
              <a:spcAft>
                <a:spcPts val="0"/>
              </a:spcAft>
              <a:buClr>
                <a:schemeClr val="accent1"/>
              </a:buClr>
              <a:buSzPts val="1600"/>
              <a:buFont typeface="Arial"/>
              <a:buChar char="•"/>
              <a:defRPr b="0" i="0" sz="1600" u="none" cap="none" strike="noStrike">
                <a:solidFill>
                  <a:schemeClr val="dk2"/>
                </a:solidFill>
                <a:latin typeface="Verdana"/>
                <a:ea typeface="Verdana"/>
                <a:cs typeface="Verdana"/>
                <a:sym typeface="Verdana"/>
              </a:defRPr>
            </a:lvl6pPr>
            <a:lvl7pPr indent="-330200" lvl="6" marL="3200400" marR="0" rtl="0" algn="l">
              <a:lnSpc>
                <a:spcPct val="100000"/>
              </a:lnSpc>
              <a:spcBef>
                <a:spcPts val="320"/>
              </a:spcBef>
              <a:spcAft>
                <a:spcPts val="0"/>
              </a:spcAft>
              <a:buClr>
                <a:schemeClr val="accent1"/>
              </a:buClr>
              <a:buSzPts val="1600"/>
              <a:buFont typeface="Arial"/>
              <a:buChar char="•"/>
              <a:defRPr b="0" i="0" sz="1600" u="none" cap="none" strike="noStrike">
                <a:solidFill>
                  <a:schemeClr val="dk2"/>
                </a:solidFill>
                <a:latin typeface="Verdana"/>
                <a:ea typeface="Verdana"/>
                <a:cs typeface="Verdana"/>
                <a:sym typeface="Verdana"/>
              </a:defRPr>
            </a:lvl7pPr>
            <a:lvl8pPr indent="-330200" lvl="7" marL="3657600" marR="0" rtl="0" algn="l">
              <a:lnSpc>
                <a:spcPct val="100000"/>
              </a:lnSpc>
              <a:spcBef>
                <a:spcPts val="320"/>
              </a:spcBef>
              <a:spcAft>
                <a:spcPts val="0"/>
              </a:spcAft>
              <a:buClr>
                <a:schemeClr val="accent1"/>
              </a:buClr>
              <a:buSzPts val="1600"/>
              <a:buFont typeface="Arial"/>
              <a:buChar char="•"/>
              <a:defRPr b="0" i="0" sz="1600" u="none" cap="none" strike="noStrike">
                <a:solidFill>
                  <a:schemeClr val="dk2"/>
                </a:solidFill>
                <a:latin typeface="Verdana"/>
                <a:ea typeface="Verdana"/>
                <a:cs typeface="Verdana"/>
                <a:sym typeface="Verdana"/>
              </a:defRPr>
            </a:lvl8pPr>
            <a:lvl9pPr indent="-330200" lvl="8" marL="4114800" marR="0" rtl="0" algn="l">
              <a:lnSpc>
                <a:spcPct val="100000"/>
              </a:lnSpc>
              <a:spcBef>
                <a:spcPts val="320"/>
              </a:spcBef>
              <a:spcAft>
                <a:spcPts val="0"/>
              </a:spcAft>
              <a:buClr>
                <a:schemeClr val="accent1"/>
              </a:buClr>
              <a:buSzPts val="1600"/>
              <a:buFont typeface="Arial"/>
              <a:buChar char="•"/>
              <a:defRPr b="0" i="0" sz="1600" u="none" cap="none" strike="noStrike">
                <a:solidFill>
                  <a:schemeClr val="dk2"/>
                </a:solidFill>
                <a:latin typeface="Verdana"/>
                <a:ea typeface="Verdana"/>
                <a:cs typeface="Verdana"/>
                <a:sym typeface="Verdana"/>
              </a:defRPr>
            </a:lvl9pPr>
          </a:lstStyle>
          <a:p/>
        </p:txBody>
      </p:sp>
      <p:sp>
        <p:nvSpPr>
          <p:cNvPr id="12" name="Google Shape;12;p10"/>
          <p:cNvSpPr txBox="1"/>
          <p:nvPr>
            <p:ph idx="12" type="sldNum"/>
          </p:nvPr>
        </p:nvSpPr>
        <p:spPr>
          <a:xfrm>
            <a:off x="1" y="6387664"/>
            <a:ext cx="609600" cy="394200"/>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US"/>
              <a:t>‹#›</a:t>
            </a:fld>
            <a:endParaRPr/>
          </a:p>
        </p:txBody>
      </p:sp>
      <p:sp>
        <p:nvSpPr>
          <p:cNvPr id="13" name="Google Shape;13;p10"/>
          <p:cNvSpPr/>
          <p:nvPr/>
        </p:nvSpPr>
        <p:spPr>
          <a:xfrm>
            <a:off x="609600" y="1234967"/>
            <a:ext cx="11582400" cy="456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14" name="Google Shape;14;p10"/>
          <p:cNvSpPr txBox="1"/>
          <p:nvPr/>
        </p:nvSpPr>
        <p:spPr>
          <a:xfrm>
            <a:off x="7315200" y="6400800"/>
            <a:ext cx="4470300" cy="3693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2"/>
                </a:solidFill>
                <a:latin typeface="Times New Roman"/>
                <a:ea typeface="Times New Roman"/>
                <a:cs typeface="Times New Roman"/>
                <a:sym typeface="Times New Roman"/>
              </a:rPr>
              <a:t>Oakland University</a:t>
            </a:r>
            <a:endParaRPr b="0" i="0" sz="1400" u="none" cap="none" strike="noStrike">
              <a:solidFill>
                <a:srgbClr val="000000"/>
              </a:solidFill>
              <a:latin typeface="Arial"/>
              <a:ea typeface="Arial"/>
              <a:cs typeface="Arial"/>
              <a:sym typeface="Arial"/>
            </a:endParaRPr>
          </a:p>
        </p:txBody>
      </p:sp>
      <p:sp>
        <p:nvSpPr>
          <p:cNvPr id="15" name="Google Shape;15;p10"/>
          <p:cNvSpPr txBox="1"/>
          <p:nvPr>
            <p:ph idx="11" type="ftr"/>
          </p:nvPr>
        </p:nvSpPr>
        <p:spPr>
          <a:xfrm>
            <a:off x="609600" y="6400800"/>
            <a:ext cx="6807300" cy="3048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2"/>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 name="Shape 73"/>
        <p:cNvGrpSpPr/>
        <p:nvPr/>
      </p:nvGrpSpPr>
      <p:grpSpPr>
        <a:xfrm>
          <a:off x="0" y="0"/>
          <a:ext cx="0" cy="0"/>
          <a:chOff x="0" y="0"/>
          <a:chExt cx="0" cy="0"/>
        </a:xfrm>
      </p:grpSpPr>
      <p:sp>
        <p:nvSpPr>
          <p:cNvPr id="74" name="Google Shape;74;g3ecd9d5b514_4_0"/>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262626"/>
              </a:buClr>
              <a:buSzPts val="3200"/>
              <a:buFont typeface="Verdana"/>
              <a:buNone/>
              <a:defRPr b="1" i="0" sz="3200" u="none" cap="none" strike="noStrike">
                <a:solidFill>
                  <a:srgbClr val="262626"/>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75" name="Google Shape;75;g3ecd9d5b514_4_0"/>
          <p:cNvSpPr txBox="1"/>
          <p:nvPr>
            <p:ph idx="1" type="body"/>
          </p:nvPr>
        </p:nvSpPr>
        <p:spPr>
          <a:xfrm>
            <a:off x="609600" y="1524000"/>
            <a:ext cx="10972800" cy="4648200"/>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95000"/>
              </a:lnSpc>
              <a:spcBef>
                <a:spcPts val="1200"/>
              </a:spcBef>
              <a:spcAft>
                <a:spcPts val="0"/>
              </a:spcAft>
              <a:buClr>
                <a:schemeClr val="lt2"/>
              </a:buClr>
              <a:buSzPts val="2400"/>
              <a:buFont typeface="Arial"/>
              <a:buChar char="•"/>
              <a:defRPr b="0" i="0" sz="2400" u="none" cap="none" strike="noStrike">
                <a:solidFill>
                  <a:schemeClr val="dk1"/>
                </a:solidFill>
                <a:latin typeface="Verdana"/>
                <a:ea typeface="Verdana"/>
                <a:cs typeface="Verdana"/>
                <a:sym typeface="Verdana"/>
              </a:defRPr>
            </a:lvl1pPr>
            <a:lvl2pPr indent="-355600" lvl="1" marL="914400" marR="0" rtl="0" algn="l">
              <a:lnSpc>
                <a:spcPct val="95000"/>
              </a:lnSpc>
              <a:spcBef>
                <a:spcPts val="600"/>
              </a:spcBef>
              <a:spcAft>
                <a:spcPts val="0"/>
              </a:spcAft>
              <a:buClr>
                <a:schemeClr val="lt2"/>
              </a:buClr>
              <a:buSzPts val="2000"/>
              <a:buFont typeface="Verdana"/>
              <a:buChar char="─"/>
              <a:defRPr b="0" i="0" sz="2000" u="none" cap="none" strike="noStrike">
                <a:solidFill>
                  <a:schemeClr val="dk1"/>
                </a:solidFill>
                <a:latin typeface="Verdana"/>
                <a:ea typeface="Verdana"/>
                <a:cs typeface="Verdana"/>
                <a:sym typeface="Verdana"/>
              </a:defRPr>
            </a:lvl2pPr>
            <a:lvl3pPr indent="-342900" lvl="2" marL="1371600" marR="0" rtl="0" algn="l">
              <a:lnSpc>
                <a:spcPct val="95000"/>
              </a:lnSpc>
              <a:spcBef>
                <a:spcPts val="600"/>
              </a:spcBef>
              <a:spcAft>
                <a:spcPts val="0"/>
              </a:spcAft>
              <a:buClr>
                <a:schemeClr val="lt2"/>
              </a:buClr>
              <a:buSzPts val="1800"/>
              <a:buFont typeface="Noto Sans Symbols"/>
              <a:buChar char="▪"/>
              <a:defRPr b="0" i="0" sz="1800" u="none" cap="none" strike="noStrike">
                <a:solidFill>
                  <a:schemeClr val="dk1"/>
                </a:solidFill>
                <a:latin typeface="Verdana"/>
                <a:ea typeface="Verdana"/>
                <a:cs typeface="Verdana"/>
                <a:sym typeface="Verdana"/>
              </a:defRPr>
            </a:lvl3pPr>
            <a:lvl4pPr indent="-330200" lvl="3" marL="1828800" marR="0" rtl="0" algn="l">
              <a:lnSpc>
                <a:spcPct val="95000"/>
              </a:lnSpc>
              <a:spcBef>
                <a:spcPts val="600"/>
              </a:spcBef>
              <a:spcAft>
                <a:spcPts val="0"/>
              </a:spcAft>
              <a:buClr>
                <a:schemeClr val="lt2"/>
              </a:buClr>
              <a:buSzPts val="1600"/>
              <a:buFont typeface="Courier New"/>
              <a:buChar char="o"/>
              <a:defRPr b="0" i="0" sz="1600" u="none" cap="none" strike="noStrike">
                <a:solidFill>
                  <a:schemeClr val="dk1"/>
                </a:solidFill>
                <a:latin typeface="Verdana"/>
                <a:ea typeface="Verdana"/>
                <a:cs typeface="Verdana"/>
                <a:sym typeface="Verdana"/>
              </a:defRPr>
            </a:lvl4pPr>
            <a:lvl5pPr indent="-330200" lvl="4" marL="2286000" marR="0" rtl="0" algn="l">
              <a:lnSpc>
                <a:spcPct val="95000"/>
              </a:lnSpc>
              <a:spcBef>
                <a:spcPts val="600"/>
              </a:spcBef>
              <a:spcAft>
                <a:spcPts val="0"/>
              </a:spcAft>
              <a:buClr>
                <a:schemeClr val="lt2"/>
              </a:buClr>
              <a:buSzPts val="1600"/>
              <a:buFont typeface="Arial"/>
              <a:buChar char="•"/>
              <a:defRPr b="0" i="0" sz="1600" u="none" cap="none" strike="noStrike">
                <a:solidFill>
                  <a:schemeClr val="dk1"/>
                </a:solidFill>
                <a:latin typeface="Verdana"/>
                <a:ea typeface="Verdana"/>
                <a:cs typeface="Verdana"/>
                <a:sym typeface="Verdana"/>
              </a:defRPr>
            </a:lvl5pPr>
            <a:lvl6pPr indent="-330200" lvl="5" marL="2743200" marR="0" rtl="0" algn="l">
              <a:lnSpc>
                <a:spcPct val="100000"/>
              </a:lnSpc>
              <a:spcBef>
                <a:spcPts val="320"/>
              </a:spcBef>
              <a:spcAft>
                <a:spcPts val="0"/>
              </a:spcAft>
              <a:buClr>
                <a:schemeClr val="accent1"/>
              </a:buClr>
              <a:buSzPts val="1600"/>
              <a:buFont typeface="Arial"/>
              <a:buChar char="•"/>
              <a:defRPr b="0" i="0" sz="1600" u="none" cap="none" strike="noStrike">
                <a:solidFill>
                  <a:schemeClr val="dk2"/>
                </a:solidFill>
                <a:latin typeface="Verdana"/>
                <a:ea typeface="Verdana"/>
                <a:cs typeface="Verdana"/>
                <a:sym typeface="Verdana"/>
              </a:defRPr>
            </a:lvl6pPr>
            <a:lvl7pPr indent="-330200" lvl="6" marL="3200400" marR="0" rtl="0" algn="l">
              <a:lnSpc>
                <a:spcPct val="100000"/>
              </a:lnSpc>
              <a:spcBef>
                <a:spcPts val="320"/>
              </a:spcBef>
              <a:spcAft>
                <a:spcPts val="0"/>
              </a:spcAft>
              <a:buClr>
                <a:schemeClr val="accent1"/>
              </a:buClr>
              <a:buSzPts val="1600"/>
              <a:buFont typeface="Arial"/>
              <a:buChar char="•"/>
              <a:defRPr b="0" i="0" sz="1600" u="none" cap="none" strike="noStrike">
                <a:solidFill>
                  <a:schemeClr val="dk2"/>
                </a:solidFill>
                <a:latin typeface="Verdana"/>
                <a:ea typeface="Verdana"/>
                <a:cs typeface="Verdana"/>
                <a:sym typeface="Verdana"/>
              </a:defRPr>
            </a:lvl7pPr>
            <a:lvl8pPr indent="-330200" lvl="7" marL="3657600" marR="0" rtl="0" algn="l">
              <a:lnSpc>
                <a:spcPct val="100000"/>
              </a:lnSpc>
              <a:spcBef>
                <a:spcPts val="320"/>
              </a:spcBef>
              <a:spcAft>
                <a:spcPts val="0"/>
              </a:spcAft>
              <a:buClr>
                <a:schemeClr val="accent1"/>
              </a:buClr>
              <a:buSzPts val="1600"/>
              <a:buFont typeface="Arial"/>
              <a:buChar char="•"/>
              <a:defRPr b="0" i="0" sz="1600" u="none" cap="none" strike="noStrike">
                <a:solidFill>
                  <a:schemeClr val="dk2"/>
                </a:solidFill>
                <a:latin typeface="Verdana"/>
                <a:ea typeface="Verdana"/>
                <a:cs typeface="Verdana"/>
                <a:sym typeface="Verdana"/>
              </a:defRPr>
            </a:lvl8pPr>
            <a:lvl9pPr indent="-330200" lvl="8" marL="4114800" marR="0" rtl="0" algn="l">
              <a:lnSpc>
                <a:spcPct val="100000"/>
              </a:lnSpc>
              <a:spcBef>
                <a:spcPts val="320"/>
              </a:spcBef>
              <a:spcAft>
                <a:spcPts val="0"/>
              </a:spcAft>
              <a:buClr>
                <a:schemeClr val="accent1"/>
              </a:buClr>
              <a:buSzPts val="1600"/>
              <a:buFont typeface="Arial"/>
              <a:buChar char="•"/>
              <a:defRPr b="0" i="0" sz="1600" u="none" cap="none" strike="noStrike">
                <a:solidFill>
                  <a:schemeClr val="dk2"/>
                </a:solidFill>
                <a:latin typeface="Verdana"/>
                <a:ea typeface="Verdana"/>
                <a:cs typeface="Verdana"/>
                <a:sym typeface="Verdana"/>
              </a:defRPr>
            </a:lvl9pPr>
          </a:lstStyle>
          <a:p/>
        </p:txBody>
      </p:sp>
      <p:sp>
        <p:nvSpPr>
          <p:cNvPr id="76" name="Google Shape;76;g3ecd9d5b514_4_0"/>
          <p:cNvSpPr txBox="1"/>
          <p:nvPr>
            <p:ph idx="12" type="sldNum"/>
          </p:nvPr>
        </p:nvSpPr>
        <p:spPr>
          <a:xfrm>
            <a:off x="1" y="6387664"/>
            <a:ext cx="609600" cy="394200"/>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US"/>
              <a:t>‹#›</a:t>
            </a:fld>
            <a:endParaRPr/>
          </a:p>
        </p:txBody>
      </p:sp>
      <p:sp>
        <p:nvSpPr>
          <p:cNvPr id="77" name="Google Shape;77;g3ecd9d5b514_4_0"/>
          <p:cNvSpPr/>
          <p:nvPr/>
        </p:nvSpPr>
        <p:spPr>
          <a:xfrm>
            <a:off x="609600" y="1234967"/>
            <a:ext cx="11582400" cy="456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78" name="Google Shape;78;g3ecd9d5b514_4_0"/>
          <p:cNvSpPr txBox="1"/>
          <p:nvPr/>
        </p:nvSpPr>
        <p:spPr>
          <a:xfrm>
            <a:off x="7315200" y="6400800"/>
            <a:ext cx="4470300" cy="3693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2"/>
                </a:solidFill>
                <a:latin typeface="Times New Roman"/>
                <a:ea typeface="Times New Roman"/>
                <a:cs typeface="Times New Roman"/>
                <a:sym typeface="Times New Roman"/>
              </a:rPr>
              <a:t>Oakland University</a:t>
            </a:r>
            <a:endParaRPr b="0" i="0" sz="1400" u="none" cap="none" strike="noStrike">
              <a:solidFill>
                <a:srgbClr val="000000"/>
              </a:solidFill>
              <a:latin typeface="Arial"/>
              <a:ea typeface="Arial"/>
              <a:cs typeface="Arial"/>
              <a:sym typeface="Arial"/>
            </a:endParaRPr>
          </a:p>
        </p:txBody>
      </p:sp>
      <p:sp>
        <p:nvSpPr>
          <p:cNvPr id="79" name="Google Shape;79;g3ecd9d5b514_4_0"/>
          <p:cNvSpPr txBox="1"/>
          <p:nvPr>
            <p:ph idx="11" type="ftr"/>
          </p:nvPr>
        </p:nvSpPr>
        <p:spPr>
          <a:xfrm>
            <a:off x="609600" y="6400800"/>
            <a:ext cx="6807300" cy="3048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2"/>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9pPr>
          </a:lstStyle>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7" name="Shape 137"/>
        <p:cNvGrpSpPr/>
        <p:nvPr/>
      </p:nvGrpSpPr>
      <p:grpSpPr>
        <a:xfrm>
          <a:off x="0" y="0"/>
          <a:ext cx="0" cy="0"/>
          <a:chOff x="0" y="0"/>
          <a:chExt cx="0" cy="0"/>
        </a:xfrm>
      </p:grpSpPr>
      <p:sp>
        <p:nvSpPr>
          <p:cNvPr id="138" name="Google Shape;138;g3ecd9d5b514_2_0"/>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262626"/>
              </a:buClr>
              <a:buSzPts val="3200"/>
              <a:buFont typeface="Verdana"/>
              <a:buNone/>
              <a:defRPr b="1" i="0" sz="3200" u="none" cap="none" strike="noStrike">
                <a:solidFill>
                  <a:srgbClr val="262626"/>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2"/>
                </a:solidFill>
                <a:latin typeface="Arial"/>
                <a:ea typeface="Arial"/>
                <a:cs typeface="Arial"/>
                <a:sym typeface="Arial"/>
              </a:defRPr>
            </a:lvl9pPr>
          </a:lstStyle>
          <a:p/>
        </p:txBody>
      </p:sp>
      <p:sp>
        <p:nvSpPr>
          <p:cNvPr id="139" name="Google Shape;139;g3ecd9d5b514_2_0"/>
          <p:cNvSpPr txBox="1"/>
          <p:nvPr>
            <p:ph idx="1" type="body"/>
          </p:nvPr>
        </p:nvSpPr>
        <p:spPr>
          <a:xfrm>
            <a:off x="609600" y="1524000"/>
            <a:ext cx="10972800" cy="4648200"/>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95000"/>
              </a:lnSpc>
              <a:spcBef>
                <a:spcPts val="1200"/>
              </a:spcBef>
              <a:spcAft>
                <a:spcPts val="0"/>
              </a:spcAft>
              <a:buClr>
                <a:schemeClr val="lt2"/>
              </a:buClr>
              <a:buSzPts val="2400"/>
              <a:buFont typeface="Arial"/>
              <a:buChar char="•"/>
              <a:defRPr b="0" i="0" sz="2400" u="none" cap="none" strike="noStrike">
                <a:solidFill>
                  <a:schemeClr val="dk1"/>
                </a:solidFill>
                <a:latin typeface="Verdana"/>
                <a:ea typeface="Verdana"/>
                <a:cs typeface="Verdana"/>
                <a:sym typeface="Verdana"/>
              </a:defRPr>
            </a:lvl1pPr>
            <a:lvl2pPr indent="-355600" lvl="1" marL="914400" marR="0" rtl="0" algn="l">
              <a:lnSpc>
                <a:spcPct val="95000"/>
              </a:lnSpc>
              <a:spcBef>
                <a:spcPts val="600"/>
              </a:spcBef>
              <a:spcAft>
                <a:spcPts val="0"/>
              </a:spcAft>
              <a:buClr>
                <a:schemeClr val="lt2"/>
              </a:buClr>
              <a:buSzPts val="2000"/>
              <a:buFont typeface="Verdana"/>
              <a:buChar char="─"/>
              <a:defRPr b="0" i="0" sz="2000" u="none" cap="none" strike="noStrike">
                <a:solidFill>
                  <a:schemeClr val="dk1"/>
                </a:solidFill>
                <a:latin typeface="Verdana"/>
                <a:ea typeface="Verdana"/>
                <a:cs typeface="Verdana"/>
                <a:sym typeface="Verdana"/>
              </a:defRPr>
            </a:lvl2pPr>
            <a:lvl3pPr indent="-342900" lvl="2" marL="1371600" marR="0" rtl="0" algn="l">
              <a:lnSpc>
                <a:spcPct val="95000"/>
              </a:lnSpc>
              <a:spcBef>
                <a:spcPts val="600"/>
              </a:spcBef>
              <a:spcAft>
                <a:spcPts val="0"/>
              </a:spcAft>
              <a:buClr>
                <a:schemeClr val="lt2"/>
              </a:buClr>
              <a:buSzPts val="1800"/>
              <a:buFont typeface="Noto Sans Symbols"/>
              <a:buChar char="▪"/>
              <a:defRPr b="0" i="0" sz="1800" u="none" cap="none" strike="noStrike">
                <a:solidFill>
                  <a:schemeClr val="dk1"/>
                </a:solidFill>
                <a:latin typeface="Verdana"/>
                <a:ea typeface="Verdana"/>
                <a:cs typeface="Verdana"/>
                <a:sym typeface="Verdana"/>
              </a:defRPr>
            </a:lvl3pPr>
            <a:lvl4pPr indent="-330200" lvl="3" marL="1828800" marR="0" rtl="0" algn="l">
              <a:lnSpc>
                <a:spcPct val="95000"/>
              </a:lnSpc>
              <a:spcBef>
                <a:spcPts val="600"/>
              </a:spcBef>
              <a:spcAft>
                <a:spcPts val="0"/>
              </a:spcAft>
              <a:buClr>
                <a:schemeClr val="lt2"/>
              </a:buClr>
              <a:buSzPts val="1600"/>
              <a:buFont typeface="Courier New"/>
              <a:buChar char="o"/>
              <a:defRPr b="0" i="0" sz="1600" u="none" cap="none" strike="noStrike">
                <a:solidFill>
                  <a:schemeClr val="dk1"/>
                </a:solidFill>
                <a:latin typeface="Verdana"/>
                <a:ea typeface="Verdana"/>
                <a:cs typeface="Verdana"/>
                <a:sym typeface="Verdana"/>
              </a:defRPr>
            </a:lvl4pPr>
            <a:lvl5pPr indent="-330200" lvl="4" marL="2286000" marR="0" rtl="0" algn="l">
              <a:lnSpc>
                <a:spcPct val="95000"/>
              </a:lnSpc>
              <a:spcBef>
                <a:spcPts val="600"/>
              </a:spcBef>
              <a:spcAft>
                <a:spcPts val="0"/>
              </a:spcAft>
              <a:buClr>
                <a:schemeClr val="lt2"/>
              </a:buClr>
              <a:buSzPts val="1600"/>
              <a:buFont typeface="Arial"/>
              <a:buChar char="•"/>
              <a:defRPr b="0" i="0" sz="1600" u="none" cap="none" strike="noStrike">
                <a:solidFill>
                  <a:schemeClr val="dk1"/>
                </a:solidFill>
                <a:latin typeface="Verdana"/>
                <a:ea typeface="Verdana"/>
                <a:cs typeface="Verdana"/>
                <a:sym typeface="Verdana"/>
              </a:defRPr>
            </a:lvl5pPr>
            <a:lvl6pPr indent="-330200" lvl="5" marL="2743200" marR="0" rtl="0" algn="l">
              <a:lnSpc>
                <a:spcPct val="100000"/>
              </a:lnSpc>
              <a:spcBef>
                <a:spcPts val="320"/>
              </a:spcBef>
              <a:spcAft>
                <a:spcPts val="0"/>
              </a:spcAft>
              <a:buClr>
                <a:schemeClr val="accent1"/>
              </a:buClr>
              <a:buSzPts val="1600"/>
              <a:buFont typeface="Arial"/>
              <a:buChar char="•"/>
              <a:defRPr b="0" i="0" sz="1600" u="none" cap="none" strike="noStrike">
                <a:solidFill>
                  <a:schemeClr val="dk2"/>
                </a:solidFill>
                <a:latin typeface="Verdana"/>
                <a:ea typeface="Verdana"/>
                <a:cs typeface="Verdana"/>
                <a:sym typeface="Verdana"/>
              </a:defRPr>
            </a:lvl6pPr>
            <a:lvl7pPr indent="-330200" lvl="6" marL="3200400" marR="0" rtl="0" algn="l">
              <a:lnSpc>
                <a:spcPct val="100000"/>
              </a:lnSpc>
              <a:spcBef>
                <a:spcPts val="320"/>
              </a:spcBef>
              <a:spcAft>
                <a:spcPts val="0"/>
              </a:spcAft>
              <a:buClr>
                <a:schemeClr val="accent1"/>
              </a:buClr>
              <a:buSzPts val="1600"/>
              <a:buFont typeface="Arial"/>
              <a:buChar char="•"/>
              <a:defRPr b="0" i="0" sz="1600" u="none" cap="none" strike="noStrike">
                <a:solidFill>
                  <a:schemeClr val="dk2"/>
                </a:solidFill>
                <a:latin typeface="Verdana"/>
                <a:ea typeface="Verdana"/>
                <a:cs typeface="Verdana"/>
                <a:sym typeface="Verdana"/>
              </a:defRPr>
            </a:lvl7pPr>
            <a:lvl8pPr indent="-330200" lvl="7" marL="3657600" marR="0" rtl="0" algn="l">
              <a:lnSpc>
                <a:spcPct val="100000"/>
              </a:lnSpc>
              <a:spcBef>
                <a:spcPts val="320"/>
              </a:spcBef>
              <a:spcAft>
                <a:spcPts val="0"/>
              </a:spcAft>
              <a:buClr>
                <a:schemeClr val="accent1"/>
              </a:buClr>
              <a:buSzPts val="1600"/>
              <a:buFont typeface="Arial"/>
              <a:buChar char="•"/>
              <a:defRPr b="0" i="0" sz="1600" u="none" cap="none" strike="noStrike">
                <a:solidFill>
                  <a:schemeClr val="dk2"/>
                </a:solidFill>
                <a:latin typeface="Verdana"/>
                <a:ea typeface="Verdana"/>
                <a:cs typeface="Verdana"/>
                <a:sym typeface="Verdana"/>
              </a:defRPr>
            </a:lvl8pPr>
            <a:lvl9pPr indent="-330200" lvl="8" marL="4114800" marR="0" rtl="0" algn="l">
              <a:lnSpc>
                <a:spcPct val="100000"/>
              </a:lnSpc>
              <a:spcBef>
                <a:spcPts val="320"/>
              </a:spcBef>
              <a:spcAft>
                <a:spcPts val="0"/>
              </a:spcAft>
              <a:buClr>
                <a:schemeClr val="accent1"/>
              </a:buClr>
              <a:buSzPts val="1600"/>
              <a:buFont typeface="Arial"/>
              <a:buChar char="•"/>
              <a:defRPr b="0" i="0" sz="1600" u="none" cap="none" strike="noStrike">
                <a:solidFill>
                  <a:schemeClr val="dk2"/>
                </a:solidFill>
                <a:latin typeface="Verdana"/>
                <a:ea typeface="Verdana"/>
                <a:cs typeface="Verdana"/>
                <a:sym typeface="Verdana"/>
              </a:defRPr>
            </a:lvl9pPr>
          </a:lstStyle>
          <a:p/>
        </p:txBody>
      </p:sp>
      <p:sp>
        <p:nvSpPr>
          <p:cNvPr id="140" name="Google Shape;140;g3ecd9d5b514_2_0"/>
          <p:cNvSpPr txBox="1"/>
          <p:nvPr>
            <p:ph idx="12" type="sldNum"/>
          </p:nvPr>
        </p:nvSpPr>
        <p:spPr>
          <a:xfrm>
            <a:off x="1" y="6387664"/>
            <a:ext cx="609600" cy="394200"/>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1pPr>
            <a:lvl2pPr indent="0" lvl="1" marL="0" marR="0" rtl="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2pPr>
            <a:lvl3pPr indent="0" lvl="2" marL="0" marR="0" rtl="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3pPr>
            <a:lvl4pPr indent="0" lvl="3" marL="0" marR="0" rtl="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4pPr>
            <a:lvl5pPr indent="0" lvl="4" marL="0" marR="0" rtl="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5pPr>
            <a:lvl6pPr indent="0" lvl="5" marL="0" marR="0" rtl="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6pPr>
            <a:lvl7pPr indent="0" lvl="6" marL="0" marR="0" rtl="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7pPr>
            <a:lvl8pPr indent="0" lvl="7" marL="0" marR="0" rtl="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8pPr>
            <a:lvl9pPr indent="0" lvl="8" marL="0" marR="0" rtl="0" algn="l">
              <a:lnSpc>
                <a:spcPct val="100000"/>
              </a:lnSpc>
              <a:spcBef>
                <a:spcPts val="0"/>
              </a:spcBef>
              <a:spcAft>
                <a:spcPts val="0"/>
              </a:spcAft>
              <a:buClr>
                <a:srgbClr val="000000"/>
              </a:buClr>
              <a:buSzPts val="1200"/>
              <a:buFont typeface="Arial"/>
              <a:buNone/>
              <a:defRPr b="0" i="0" sz="1200" u="none" cap="none" strike="noStrike">
                <a:solidFill>
                  <a:srgbClr val="262626"/>
                </a:solidFill>
                <a:latin typeface="Verdana"/>
                <a:ea typeface="Verdana"/>
                <a:cs typeface="Verdana"/>
                <a:sym typeface="Verdana"/>
              </a:defRPr>
            </a:lvl9pPr>
          </a:lstStyle>
          <a:p>
            <a:pPr indent="0" lvl="0" marL="0" rtl="0" algn="l">
              <a:spcBef>
                <a:spcPts val="0"/>
              </a:spcBef>
              <a:spcAft>
                <a:spcPts val="0"/>
              </a:spcAft>
              <a:buNone/>
            </a:pPr>
            <a:fld id="{00000000-1234-1234-1234-123412341234}" type="slidenum">
              <a:rPr lang="en-US"/>
              <a:t>‹#›</a:t>
            </a:fld>
            <a:endParaRPr/>
          </a:p>
        </p:txBody>
      </p:sp>
      <p:sp>
        <p:nvSpPr>
          <p:cNvPr id="141" name="Google Shape;141;g3ecd9d5b514_2_0"/>
          <p:cNvSpPr/>
          <p:nvPr/>
        </p:nvSpPr>
        <p:spPr>
          <a:xfrm>
            <a:off x="609600" y="1234967"/>
            <a:ext cx="11582400" cy="456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Verdana"/>
              <a:ea typeface="Verdana"/>
              <a:cs typeface="Verdana"/>
              <a:sym typeface="Verdana"/>
            </a:endParaRPr>
          </a:p>
        </p:txBody>
      </p:sp>
      <p:sp>
        <p:nvSpPr>
          <p:cNvPr id="142" name="Google Shape;142;g3ecd9d5b514_2_0"/>
          <p:cNvSpPr txBox="1"/>
          <p:nvPr/>
        </p:nvSpPr>
        <p:spPr>
          <a:xfrm>
            <a:off x="7315200" y="6400800"/>
            <a:ext cx="4470300" cy="3693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800"/>
              <a:buFont typeface="Arial"/>
              <a:buNone/>
            </a:pPr>
            <a:r>
              <a:rPr b="0" i="0" lang="en-US" sz="1800" u="none" cap="none" strike="noStrike">
                <a:solidFill>
                  <a:schemeClr val="lt2"/>
                </a:solidFill>
                <a:latin typeface="Times New Roman"/>
                <a:ea typeface="Times New Roman"/>
                <a:cs typeface="Times New Roman"/>
                <a:sym typeface="Times New Roman"/>
              </a:rPr>
              <a:t>Oakland University</a:t>
            </a:r>
            <a:endParaRPr b="0" i="0" sz="1400" u="none" cap="none" strike="noStrike">
              <a:solidFill>
                <a:srgbClr val="000000"/>
              </a:solidFill>
              <a:latin typeface="Arial"/>
              <a:ea typeface="Arial"/>
              <a:cs typeface="Arial"/>
              <a:sym typeface="Arial"/>
            </a:endParaRPr>
          </a:p>
        </p:txBody>
      </p:sp>
      <p:sp>
        <p:nvSpPr>
          <p:cNvPr id="143" name="Google Shape;143;g3ecd9d5b514_2_0"/>
          <p:cNvSpPr txBox="1"/>
          <p:nvPr>
            <p:ph idx="11" type="ftr"/>
          </p:nvPr>
        </p:nvSpPr>
        <p:spPr>
          <a:xfrm>
            <a:off x="609600" y="6400800"/>
            <a:ext cx="6807300" cy="3048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600" u="none" cap="none" strike="noStrike">
                <a:solidFill>
                  <a:schemeClr val="dk2"/>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Verdana"/>
                <a:ea typeface="Verdana"/>
                <a:cs typeface="Verdana"/>
                <a:sym typeface="Verdana"/>
              </a:defRPr>
            </a:lvl9pPr>
          </a:lstStyle>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8.png"/><Relationship Id="rId4" Type="http://schemas.openxmlformats.org/officeDocument/2006/relationships/image" Target="../media/image15.png"/><Relationship Id="rId5"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22.png"/><Relationship Id="rId4" Type="http://schemas.openxmlformats.org/officeDocument/2006/relationships/image" Target="../media/image2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24.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7.png"/><Relationship Id="rId4" Type="http://schemas.openxmlformats.org/officeDocument/2006/relationships/image" Target="../media/image10.png"/><Relationship Id="rId5"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6.png"/><Relationship Id="rId4" Type="http://schemas.openxmlformats.org/officeDocument/2006/relationships/image" Target="../media/image31.png"/><Relationship Id="rId10" Type="http://schemas.openxmlformats.org/officeDocument/2006/relationships/image" Target="../media/image20.png"/><Relationship Id="rId9" Type="http://schemas.openxmlformats.org/officeDocument/2006/relationships/image" Target="../media/image21.png"/><Relationship Id="rId5" Type="http://schemas.openxmlformats.org/officeDocument/2006/relationships/image" Target="../media/image34.png"/><Relationship Id="rId6" Type="http://schemas.openxmlformats.org/officeDocument/2006/relationships/image" Target="../media/image18.png"/><Relationship Id="rId7" Type="http://schemas.openxmlformats.org/officeDocument/2006/relationships/image" Target="../media/image33.png"/><Relationship Id="rId8"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32.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5" name="Shape 205"/>
        <p:cNvGrpSpPr/>
        <p:nvPr/>
      </p:nvGrpSpPr>
      <p:grpSpPr>
        <a:xfrm>
          <a:off x="0" y="0"/>
          <a:ext cx="0" cy="0"/>
          <a:chOff x="0" y="0"/>
          <a:chExt cx="0" cy="0"/>
        </a:xfrm>
      </p:grpSpPr>
      <p:sp>
        <p:nvSpPr>
          <p:cNvPr id="206" name="Google Shape;206;p1"/>
          <p:cNvSpPr txBox="1"/>
          <p:nvPr>
            <p:ph type="title"/>
          </p:nvPr>
        </p:nvSpPr>
        <p:spPr>
          <a:xfrm>
            <a:off x="611868" y="1447800"/>
            <a:ext cx="9422946" cy="16764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4000"/>
              <a:buFont typeface="Verdana"/>
              <a:buNone/>
            </a:pPr>
            <a:r>
              <a:rPr lang="en-US"/>
              <a:t>Kalman Filters &amp; Extended Kalman Filters</a:t>
            </a:r>
            <a:endParaRPr/>
          </a:p>
        </p:txBody>
      </p:sp>
      <p:sp>
        <p:nvSpPr>
          <p:cNvPr id="207" name="Google Shape;207;p1"/>
          <p:cNvSpPr txBox="1"/>
          <p:nvPr>
            <p:ph idx="1" type="body"/>
          </p:nvPr>
        </p:nvSpPr>
        <p:spPr>
          <a:xfrm>
            <a:off x="625475" y="3124200"/>
            <a:ext cx="9144000" cy="584200"/>
          </a:xfrm>
          <a:prstGeom prst="rect">
            <a:avLst/>
          </a:prstGeom>
          <a:noFill/>
          <a:ln>
            <a:noFill/>
          </a:ln>
        </p:spPr>
        <p:txBody>
          <a:bodyPr anchorCtr="0" anchor="t" bIns="45700" lIns="91425" spcFirstLastPara="1" rIns="91425" wrap="square" tIns="45700">
            <a:normAutofit/>
          </a:bodyPr>
          <a:lstStyle/>
          <a:p>
            <a:pPr indent="0" lvl="0" marL="0" rtl="0" algn="l">
              <a:lnSpc>
                <a:spcPct val="95000"/>
              </a:lnSpc>
              <a:spcBef>
                <a:spcPts val="0"/>
              </a:spcBef>
              <a:spcAft>
                <a:spcPts val="0"/>
              </a:spcAft>
              <a:buSzPts val="2800"/>
              <a:buNone/>
            </a:pPr>
            <a:r>
              <a:rPr lang="en-US"/>
              <a:t>From noisy measurements to confident estimates</a:t>
            </a:r>
            <a:endParaRPr/>
          </a:p>
        </p:txBody>
      </p:sp>
      <p:sp>
        <p:nvSpPr>
          <p:cNvPr id="208" name="Google Shape;208;p1"/>
          <p:cNvSpPr txBox="1"/>
          <p:nvPr>
            <p:ph idx="12" type="sldNum"/>
          </p:nvPr>
        </p:nvSpPr>
        <p:spPr>
          <a:xfrm>
            <a:off x="1" y="6387664"/>
            <a:ext cx="609600" cy="3942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200"/>
              <a:buNone/>
            </a:pPr>
            <a:fld id="{00000000-1234-1234-1234-123412341234}" type="slidenum">
              <a:rPr lang="en-US"/>
              <a:t>‹#›</a:t>
            </a:fld>
            <a:endParaRPr/>
          </a:p>
        </p:txBody>
      </p:sp>
      <p:sp>
        <p:nvSpPr>
          <p:cNvPr id="209" name="Google Shape;209;p1"/>
          <p:cNvSpPr txBox="1"/>
          <p:nvPr>
            <p:ph idx="11" type="ftr"/>
          </p:nvPr>
        </p:nvSpPr>
        <p:spPr>
          <a:xfrm>
            <a:off x="279725" y="6432375"/>
            <a:ext cx="6807300" cy="30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Workshop 4.3 · Estimation · 30-Minute Lecture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g3ecd9d5b514_4_71"/>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The Plan</a:t>
            </a:r>
            <a:endParaRPr/>
          </a:p>
        </p:txBody>
      </p:sp>
      <p:sp>
        <p:nvSpPr>
          <p:cNvPr id="215" name="Google Shape;215;g3ecd9d5b514_4_71"/>
          <p:cNvSpPr txBox="1"/>
          <p:nvPr>
            <p:ph idx="1" type="body"/>
          </p:nvPr>
        </p:nvSpPr>
        <p:spPr>
          <a:xfrm>
            <a:off x="609600" y="1524000"/>
            <a:ext cx="10972800" cy="4648200"/>
          </a:xfrm>
          <a:prstGeom prst="rect">
            <a:avLst/>
          </a:prstGeom>
          <a:noFill/>
          <a:ln>
            <a:noFill/>
          </a:ln>
        </p:spPr>
        <p:txBody>
          <a:bodyPr anchorCtr="0" anchor="t" bIns="45700" lIns="91425" spcFirstLastPara="1" rIns="91425" wrap="square" tIns="45700">
            <a:normAutofit/>
          </a:bodyPr>
          <a:lstStyle/>
          <a:p>
            <a:pPr indent="-342900" lvl="0" marL="457200" rtl="0" algn="l">
              <a:lnSpc>
                <a:spcPct val="95000"/>
              </a:lnSpc>
              <a:spcBef>
                <a:spcPts val="1200"/>
              </a:spcBef>
              <a:spcAft>
                <a:spcPts val="0"/>
              </a:spcAft>
              <a:buSzPts val="1800"/>
              <a:buNone/>
            </a:pPr>
            <a:r>
              <a:rPr lang="en-US" sz="1800">
                <a:solidFill>
                  <a:srgbClr val="1A1A1A"/>
                </a:solidFill>
                <a:latin typeface="Verdana"/>
                <a:ea typeface="Verdana"/>
                <a:cs typeface="Verdana"/>
                <a:sym typeface="Verdana"/>
              </a:rPr>
              <a:t>A detection is a noisy guess about one frame. It has no memory and no confidence.</a:t>
            </a:r>
            <a:endParaRPr/>
          </a:p>
          <a:p>
            <a:pPr indent="-342900" lvl="0" marL="457200" rtl="0" algn="l">
              <a:lnSpc>
                <a:spcPct val="95000"/>
              </a:lnSpc>
              <a:spcBef>
                <a:spcPts val="1200"/>
              </a:spcBef>
              <a:spcAft>
                <a:spcPts val="0"/>
              </a:spcAft>
              <a:buSzPts val="1800"/>
              <a:buNone/>
            </a:pPr>
            <a:r>
              <a:rPr lang="en-US" sz="1800">
                <a:solidFill>
                  <a:srgbClr val="1A1A1A"/>
                </a:solidFill>
                <a:latin typeface="Verdana"/>
                <a:ea typeface="Verdana"/>
                <a:cs typeface="Verdana"/>
                <a:sym typeface="Verdana"/>
              </a:rPr>
              <a:t>The Kalman filter turns a stream of noisy measurements into a state estimate that lives</a:t>
            </a:r>
            <a:r>
              <a:rPr lang="en-US" sz="1800">
                <a:solidFill>
                  <a:srgbClr val="1A1A1A"/>
                </a:solidFill>
              </a:rPr>
              <a:t> </a:t>
            </a:r>
            <a:r>
              <a:rPr lang="en-US" sz="1800">
                <a:solidFill>
                  <a:srgbClr val="1A1A1A"/>
                </a:solidFill>
                <a:latin typeface="Verdana"/>
                <a:ea typeface="Verdana"/>
                <a:cs typeface="Verdana"/>
                <a:sym typeface="Verdana"/>
              </a:rPr>
              <a:t>in time</a:t>
            </a:r>
            <a:r>
              <a:rPr lang="en-US" sz="1800">
                <a:solidFill>
                  <a:srgbClr val="1A1A1A"/>
                </a:solidFill>
              </a:rPr>
              <a:t>, </a:t>
            </a:r>
            <a:r>
              <a:rPr lang="en-US" sz="1800">
                <a:solidFill>
                  <a:srgbClr val="1A1A1A"/>
                </a:solidFill>
                <a:latin typeface="Verdana"/>
                <a:ea typeface="Verdana"/>
                <a:cs typeface="Verdana"/>
                <a:sym typeface="Verdana"/>
              </a:rPr>
              <a:t>with a confidence attached.</a:t>
            </a:r>
            <a:endParaRPr/>
          </a:p>
          <a:p>
            <a:pPr indent="-342900" lvl="0" marL="457200" rtl="0" algn="l">
              <a:lnSpc>
                <a:spcPct val="95000"/>
              </a:lnSpc>
              <a:spcBef>
                <a:spcPts val="1200"/>
              </a:spcBef>
              <a:spcAft>
                <a:spcPts val="0"/>
              </a:spcAft>
              <a:buSzPts val="1800"/>
              <a:buNone/>
            </a:pPr>
            <a:r>
              <a:t/>
            </a:r>
            <a:endParaRPr sz="1800">
              <a:solidFill>
                <a:srgbClr val="1A1A1A"/>
              </a:solidFill>
              <a:latin typeface="Verdana"/>
              <a:ea typeface="Verdana"/>
              <a:cs typeface="Verdana"/>
              <a:sym typeface="Verdana"/>
            </a:endParaRPr>
          </a:p>
          <a:p>
            <a:pPr indent="-342900" lvl="0" marL="457200" rtl="0" algn="l">
              <a:lnSpc>
                <a:spcPct val="95000"/>
              </a:lnSpc>
              <a:spcBef>
                <a:spcPts val="1200"/>
              </a:spcBef>
              <a:spcAft>
                <a:spcPts val="0"/>
              </a:spcAft>
              <a:buSzPts val="1800"/>
              <a:buNone/>
            </a:pPr>
            <a:r>
              <a:rPr b="1" lang="en-US" sz="1800">
                <a:solidFill>
                  <a:srgbClr val="1A1A1A"/>
                </a:solidFill>
                <a:latin typeface="Verdana"/>
                <a:ea typeface="Verdana"/>
                <a:cs typeface="Verdana"/>
                <a:sym typeface="Verdana"/>
              </a:rPr>
              <a:t>Three building blocks, then the algorithm:</a:t>
            </a:r>
            <a:endParaRPr sz="1800"/>
          </a:p>
          <a:p>
            <a:pPr indent="-342900" lvl="1" marL="914400" rtl="0" algn="l">
              <a:lnSpc>
                <a:spcPct val="95000"/>
              </a:lnSpc>
              <a:spcBef>
                <a:spcPts val="600"/>
              </a:spcBef>
              <a:spcAft>
                <a:spcPts val="0"/>
              </a:spcAft>
              <a:buSzPts val="1800"/>
              <a:buChar char="─"/>
            </a:pPr>
            <a:r>
              <a:rPr b="1" lang="en-US" sz="1600">
                <a:solidFill>
                  <a:srgbClr val="1A1A1A"/>
                </a:solidFill>
                <a:latin typeface="Verdana"/>
                <a:ea typeface="Verdana"/>
                <a:cs typeface="Verdana"/>
                <a:sym typeface="Verdana"/>
              </a:rPr>
              <a:t>Statistics</a:t>
            </a:r>
            <a:r>
              <a:rPr b="0" lang="en-US" sz="1600">
                <a:solidFill>
                  <a:srgbClr val="2D2D2D"/>
                </a:solidFill>
                <a:latin typeface="Verdana"/>
                <a:ea typeface="Verdana"/>
                <a:cs typeface="Verdana"/>
                <a:sym typeface="Verdana"/>
              </a:rPr>
              <a:t> — variance and the covariance matrix · slides 3–6</a:t>
            </a:r>
            <a:endParaRPr/>
          </a:p>
          <a:p>
            <a:pPr indent="-342900" lvl="1" marL="914400" rtl="0" algn="l">
              <a:lnSpc>
                <a:spcPct val="95000"/>
              </a:lnSpc>
              <a:spcBef>
                <a:spcPts val="600"/>
              </a:spcBef>
              <a:spcAft>
                <a:spcPts val="0"/>
              </a:spcAft>
              <a:buSzPts val="1800"/>
              <a:buChar char="─"/>
            </a:pPr>
            <a:r>
              <a:rPr b="1" lang="en-US" sz="1600">
                <a:solidFill>
                  <a:srgbClr val="1A1A1A"/>
                </a:solidFill>
                <a:latin typeface="Verdana"/>
                <a:ea typeface="Verdana"/>
                <a:cs typeface="Verdana"/>
                <a:sym typeface="Verdana"/>
              </a:rPr>
              <a:t>State-space models</a:t>
            </a:r>
            <a:r>
              <a:rPr b="0" lang="en-US" sz="1600">
                <a:solidFill>
                  <a:srgbClr val="2D2D2D"/>
                </a:solidFill>
                <a:latin typeface="Verdana"/>
                <a:ea typeface="Verdana"/>
                <a:cs typeface="Verdana"/>
                <a:sym typeface="Verdana"/>
              </a:rPr>
              <a:t> — and linearizing them with Jacobians · slides 7–8</a:t>
            </a:r>
            <a:endParaRPr/>
          </a:p>
          <a:p>
            <a:pPr indent="-342900" lvl="1" marL="914400" rtl="0" algn="l">
              <a:lnSpc>
                <a:spcPct val="95000"/>
              </a:lnSpc>
              <a:spcBef>
                <a:spcPts val="600"/>
              </a:spcBef>
              <a:spcAft>
                <a:spcPts val="0"/>
              </a:spcAft>
              <a:buSzPts val="1800"/>
              <a:buChar char="─"/>
            </a:pPr>
            <a:r>
              <a:rPr b="1" lang="en-US" sz="1600">
                <a:solidFill>
                  <a:srgbClr val="1A1A1A"/>
                </a:solidFill>
                <a:latin typeface="Verdana"/>
                <a:ea typeface="Verdana"/>
                <a:cs typeface="Verdana"/>
                <a:sym typeface="Verdana"/>
              </a:rPr>
              <a:t>The EKF algorithm</a:t>
            </a:r>
            <a:r>
              <a:rPr b="0" lang="en-US" sz="1600">
                <a:solidFill>
                  <a:srgbClr val="2D2D2D"/>
                </a:solidFill>
                <a:latin typeface="Verdana"/>
                <a:ea typeface="Verdana"/>
                <a:cs typeface="Verdana"/>
                <a:sym typeface="Verdana"/>
              </a:rPr>
              <a:t> — predict, update, tuning · slides 9–18</a:t>
            </a:r>
            <a:endParaRPr/>
          </a:p>
          <a:p>
            <a:pPr indent="-342900" lvl="0" marL="457200" rtl="0" algn="l">
              <a:lnSpc>
                <a:spcPct val="95000"/>
              </a:lnSpc>
              <a:spcBef>
                <a:spcPts val="1200"/>
              </a:spcBef>
              <a:spcAft>
                <a:spcPts val="0"/>
              </a:spcAft>
              <a:buSzPts val="1800"/>
              <a:buNone/>
            </a:pPr>
            <a:r>
              <a:t/>
            </a:r>
            <a:endParaRPr b="0" sz="1600">
              <a:solidFill>
                <a:srgbClr val="2D2D2D"/>
              </a:solidFill>
              <a:latin typeface="Verdana"/>
              <a:ea typeface="Verdana"/>
              <a:cs typeface="Verdana"/>
              <a:sym typeface="Verdana"/>
            </a:endParaRPr>
          </a:p>
          <a:p>
            <a:pPr indent="0" lvl="0" marL="114300" rtl="0" algn="l">
              <a:lnSpc>
                <a:spcPct val="95000"/>
              </a:lnSpc>
              <a:spcBef>
                <a:spcPts val="1200"/>
              </a:spcBef>
              <a:spcAft>
                <a:spcPts val="0"/>
              </a:spcAft>
              <a:buSzPts val="1800"/>
              <a:buNone/>
            </a:pPr>
            <a:r>
              <a:t/>
            </a:r>
            <a:endParaRPr/>
          </a:p>
        </p:txBody>
      </p:sp>
      <p:sp>
        <p:nvSpPr>
          <p:cNvPr id="216" name="Google Shape;216;g3ecd9d5b514_4_71"/>
          <p:cNvSpPr txBox="1"/>
          <p:nvPr/>
        </p:nvSpPr>
        <p:spPr>
          <a:xfrm>
            <a:off x="0" y="6391656"/>
            <a:ext cx="612648" cy="393192"/>
          </a:xfrm>
          <a:prstGeom prst="rect">
            <a:avLst/>
          </a:prstGeom>
          <a:noFill/>
          <a:ln>
            <a:noFill/>
          </a:ln>
        </p:spPr>
        <p:txBody>
          <a:bodyPr anchorCtr="0" anchor="t" bIns="0" lIns="182875" spcFirstLastPara="1" rIns="0"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B6B6B"/>
                </a:solidFill>
                <a:latin typeface="Verdana"/>
                <a:ea typeface="Verdana"/>
                <a:cs typeface="Verdana"/>
                <a:sym typeface="Verdana"/>
              </a:rPr>
              <a:t>2</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Statistics: Mean and Variance</a:t>
            </a:r>
            <a:endParaRPr/>
          </a:p>
        </p:txBody>
      </p:sp>
      <p:sp>
        <p:nvSpPr>
          <p:cNvPr id="222" name="Google Shape;222;p3"/>
          <p:cNvSpPr txBox="1"/>
          <p:nvPr/>
        </p:nvSpPr>
        <p:spPr>
          <a:xfrm>
            <a:off x="0" y="6391656"/>
            <a:ext cx="612648" cy="393192"/>
          </a:xfrm>
          <a:prstGeom prst="rect">
            <a:avLst/>
          </a:prstGeom>
          <a:noFill/>
          <a:ln>
            <a:noFill/>
          </a:ln>
        </p:spPr>
        <p:txBody>
          <a:bodyPr anchorCtr="0" anchor="t" bIns="0" lIns="182875" spcFirstLastPara="1" rIns="0"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B6B6B"/>
                </a:solidFill>
                <a:latin typeface="Verdana"/>
                <a:ea typeface="Verdana"/>
                <a:cs typeface="Verdana"/>
                <a:sym typeface="Verdana"/>
              </a:rPr>
              <a:t>3</a:t>
            </a:r>
            <a:endParaRPr b="0" i="0" sz="1400" u="none" cap="none" strike="noStrike">
              <a:solidFill>
                <a:srgbClr val="000000"/>
              </a:solidFill>
              <a:latin typeface="Arial"/>
              <a:ea typeface="Arial"/>
              <a:cs typeface="Arial"/>
              <a:sym typeface="Arial"/>
            </a:endParaRPr>
          </a:p>
        </p:txBody>
      </p:sp>
      <p:sp>
        <p:nvSpPr>
          <p:cNvPr id="223" name="Google Shape;223;p3"/>
          <p:cNvSpPr txBox="1"/>
          <p:nvPr/>
        </p:nvSpPr>
        <p:spPr>
          <a:xfrm>
            <a:off x="502920" y="1325880"/>
            <a:ext cx="111556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500" u="none" cap="none" strike="noStrike">
                <a:solidFill>
                  <a:srgbClr val="262626"/>
                </a:solidFill>
                <a:latin typeface="Calibri"/>
                <a:ea typeface="Calibri"/>
                <a:cs typeface="Calibri"/>
                <a:sym typeface="Calibri"/>
              </a:rPr>
              <a:t>The mean of a signal x is the average value over a number of samples N:</a:t>
            </a:r>
            <a:endParaRPr/>
          </a:p>
        </p:txBody>
      </p:sp>
      <p:pic>
        <p:nvPicPr>
          <p:cNvPr descr="mean.png" id="224" name="Google Shape;224;p3"/>
          <p:cNvPicPr preferRelativeResize="0"/>
          <p:nvPr/>
        </p:nvPicPr>
        <p:blipFill rotWithShape="1">
          <a:blip r:embed="rId3">
            <a:alphaModFix/>
          </a:blip>
          <a:srcRect b="0" l="0" r="0" t="0"/>
          <a:stretch/>
        </p:blipFill>
        <p:spPr>
          <a:xfrm>
            <a:off x="5066272" y="1783080"/>
            <a:ext cx="2059425" cy="1015536"/>
          </a:xfrm>
          <a:prstGeom prst="rect">
            <a:avLst/>
          </a:prstGeom>
          <a:noFill/>
          <a:ln>
            <a:noFill/>
          </a:ln>
        </p:spPr>
      </p:pic>
      <p:sp>
        <p:nvSpPr>
          <p:cNvPr id="225" name="Google Shape;225;p3"/>
          <p:cNvSpPr txBox="1"/>
          <p:nvPr/>
        </p:nvSpPr>
        <p:spPr>
          <a:xfrm>
            <a:off x="502920" y="2880360"/>
            <a:ext cx="111556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500" u="none" cap="none" strike="noStrike">
                <a:solidFill>
                  <a:srgbClr val="262626"/>
                </a:solidFill>
                <a:latin typeface="Calibri"/>
                <a:ea typeface="Calibri"/>
                <a:cs typeface="Calibri"/>
                <a:sym typeface="Calibri"/>
              </a:rPr>
              <a:t>The variance is the average squared deviation from the mean:</a:t>
            </a:r>
            <a:endParaRPr/>
          </a:p>
        </p:txBody>
      </p:sp>
      <p:pic>
        <p:nvPicPr>
          <p:cNvPr descr="var.png" id="226" name="Google Shape;226;p3"/>
          <p:cNvPicPr preferRelativeResize="0"/>
          <p:nvPr/>
        </p:nvPicPr>
        <p:blipFill rotWithShape="1">
          <a:blip r:embed="rId4">
            <a:alphaModFix/>
          </a:blip>
          <a:srcRect b="0" l="0" r="0" t="0"/>
          <a:stretch/>
        </p:blipFill>
        <p:spPr>
          <a:xfrm>
            <a:off x="4448960" y="3337560"/>
            <a:ext cx="3294049" cy="1015536"/>
          </a:xfrm>
          <a:prstGeom prst="rect">
            <a:avLst/>
          </a:prstGeom>
          <a:noFill/>
          <a:ln>
            <a:noFill/>
          </a:ln>
        </p:spPr>
      </p:pic>
      <p:sp>
        <p:nvSpPr>
          <p:cNvPr id="227" name="Google Shape;227;p3"/>
          <p:cNvSpPr txBox="1"/>
          <p:nvPr/>
        </p:nvSpPr>
        <p:spPr>
          <a:xfrm>
            <a:off x="502920" y="4434840"/>
            <a:ext cx="111556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500" u="none" cap="none" strike="noStrike">
                <a:solidFill>
                  <a:srgbClr val="262626"/>
                </a:solidFill>
                <a:latin typeface="Calibri"/>
                <a:ea typeface="Calibri"/>
                <a:cs typeface="Calibri"/>
                <a:sym typeface="Calibri"/>
              </a:rPr>
              <a:t>The standard deviation is the square root of variance:</a:t>
            </a:r>
            <a:endParaRPr/>
          </a:p>
        </p:txBody>
      </p:sp>
      <p:pic>
        <p:nvPicPr>
          <p:cNvPr descr="std.png" id="228" name="Google Shape;228;p3"/>
          <p:cNvPicPr preferRelativeResize="0"/>
          <p:nvPr/>
        </p:nvPicPr>
        <p:blipFill rotWithShape="1">
          <a:blip r:embed="rId5">
            <a:alphaModFix/>
          </a:blip>
          <a:srcRect b="0" l="0" r="0" t="0"/>
          <a:stretch/>
        </p:blipFill>
        <p:spPr>
          <a:xfrm>
            <a:off x="5387171" y="4892040"/>
            <a:ext cx="1417626" cy="47168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Two Random Signals</a:t>
            </a:r>
            <a:endParaRPr/>
          </a:p>
        </p:txBody>
      </p:sp>
      <p:sp>
        <p:nvSpPr>
          <p:cNvPr id="234" name="Google Shape;234;p4"/>
          <p:cNvSpPr txBox="1"/>
          <p:nvPr/>
        </p:nvSpPr>
        <p:spPr>
          <a:xfrm>
            <a:off x="0" y="6391656"/>
            <a:ext cx="612648" cy="393192"/>
          </a:xfrm>
          <a:prstGeom prst="rect">
            <a:avLst/>
          </a:prstGeom>
          <a:noFill/>
          <a:ln>
            <a:noFill/>
          </a:ln>
        </p:spPr>
        <p:txBody>
          <a:bodyPr anchorCtr="0" anchor="t" bIns="0" lIns="182875" spcFirstLastPara="1" rIns="0"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B6B6B"/>
                </a:solidFill>
                <a:latin typeface="Verdana"/>
                <a:ea typeface="Verdana"/>
                <a:cs typeface="Verdana"/>
                <a:sym typeface="Verdana"/>
              </a:rPr>
              <a:t>4</a:t>
            </a:r>
            <a:endParaRPr b="0" i="0" sz="1400" u="none" cap="none" strike="noStrike">
              <a:solidFill>
                <a:srgbClr val="000000"/>
              </a:solidFill>
              <a:latin typeface="Arial"/>
              <a:ea typeface="Arial"/>
              <a:cs typeface="Arial"/>
              <a:sym typeface="Arial"/>
            </a:endParaRPr>
          </a:p>
        </p:txBody>
      </p:sp>
      <p:pic>
        <p:nvPicPr>
          <p:cNvPr descr="fig_signals.png" id="235" name="Google Shape;235;p4"/>
          <p:cNvPicPr preferRelativeResize="0"/>
          <p:nvPr/>
        </p:nvPicPr>
        <p:blipFill rotWithShape="1">
          <a:blip r:embed="rId3">
            <a:alphaModFix/>
          </a:blip>
          <a:srcRect b="0" l="0" r="0" t="0"/>
          <a:stretch/>
        </p:blipFill>
        <p:spPr>
          <a:xfrm>
            <a:off x="777240" y="1600200"/>
            <a:ext cx="5029200" cy="2936759"/>
          </a:xfrm>
          <a:prstGeom prst="rect">
            <a:avLst/>
          </a:prstGeom>
          <a:noFill/>
          <a:ln>
            <a:noFill/>
          </a:ln>
        </p:spPr>
      </p:pic>
      <p:pic>
        <p:nvPicPr>
          <p:cNvPr descr="fig_gauss.png" id="236" name="Google Shape;236;p4"/>
          <p:cNvPicPr preferRelativeResize="0"/>
          <p:nvPr/>
        </p:nvPicPr>
        <p:blipFill rotWithShape="1">
          <a:blip r:embed="rId4">
            <a:alphaModFix/>
          </a:blip>
          <a:srcRect b="0" l="0" r="0" t="0"/>
          <a:stretch/>
        </p:blipFill>
        <p:spPr>
          <a:xfrm>
            <a:off x="6382512" y="1600200"/>
            <a:ext cx="5029200" cy="3001000"/>
          </a:xfrm>
          <a:prstGeom prst="rect">
            <a:avLst/>
          </a:prstGeom>
          <a:noFill/>
          <a:ln>
            <a:noFill/>
          </a:ln>
        </p:spPr>
      </p:pic>
      <p:sp>
        <p:nvSpPr>
          <p:cNvPr id="237" name="Google Shape;237;p4"/>
          <p:cNvSpPr txBox="1"/>
          <p:nvPr/>
        </p:nvSpPr>
        <p:spPr>
          <a:xfrm>
            <a:off x="777240" y="4709160"/>
            <a:ext cx="502920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1300" u="none" cap="none" strike="noStrike">
                <a:solidFill>
                  <a:srgbClr val="595959"/>
                </a:solidFill>
                <a:latin typeface="Calibri"/>
                <a:ea typeface="Calibri"/>
                <a:cs typeface="Calibri"/>
                <a:sym typeface="Calibri"/>
              </a:rPr>
              <a:t>The blue signal varies more — higher variance, wider density.</a:t>
            </a:r>
            <a:endParaRPr/>
          </a:p>
        </p:txBody>
      </p:sp>
      <p:sp>
        <p:nvSpPr>
          <p:cNvPr id="238" name="Google Shape;238;p4"/>
          <p:cNvSpPr txBox="1"/>
          <p:nvPr/>
        </p:nvSpPr>
        <p:spPr>
          <a:xfrm>
            <a:off x="6382512" y="4709160"/>
            <a:ext cx="502920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1300" u="none" cap="none" strike="noStrike">
                <a:solidFill>
                  <a:srgbClr val="595959"/>
                </a:solidFill>
                <a:latin typeface="Calibri"/>
                <a:ea typeface="Calibri"/>
                <a:cs typeface="Calibri"/>
                <a:sym typeface="Calibri"/>
              </a:rPr>
              <a:t>μ centers the bell curve; σ sets its width.</a:t>
            </a:r>
            <a:endParaRPr/>
          </a:p>
        </p:txBody>
      </p:sp>
      <p:sp>
        <p:nvSpPr>
          <p:cNvPr id="239" name="Google Shape;239;p4"/>
          <p:cNvSpPr txBox="1"/>
          <p:nvPr/>
        </p:nvSpPr>
        <p:spPr>
          <a:xfrm>
            <a:off x="502920" y="5440680"/>
            <a:ext cx="11155680" cy="3657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500" u="none" cap="none" strike="noStrike">
                <a:solidFill>
                  <a:srgbClr val="262626"/>
                </a:solidFill>
                <a:latin typeface="Calibri"/>
                <a:ea typeface="Calibri"/>
                <a:cs typeface="Calibri"/>
                <a:sym typeface="Calibri"/>
              </a:rPr>
              <a:t>±1σ covers about 68% of samples; ±3σ covers 99.7%.</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5"/>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Statistics: Expected Value</a:t>
            </a:r>
            <a:endParaRPr/>
          </a:p>
        </p:txBody>
      </p:sp>
      <p:sp>
        <p:nvSpPr>
          <p:cNvPr id="245" name="Google Shape;245;p5"/>
          <p:cNvSpPr txBox="1"/>
          <p:nvPr/>
        </p:nvSpPr>
        <p:spPr>
          <a:xfrm>
            <a:off x="0" y="6391656"/>
            <a:ext cx="612648" cy="393192"/>
          </a:xfrm>
          <a:prstGeom prst="rect">
            <a:avLst/>
          </a:prstGeom>
          <a:noFill/>
          <a:ln>
            <a:noFill/>
          </a:ln>
        </p:spPr>
        <p:txBody>
          <a:bodyPr anchorCtr="0" anchor="t" bIns="0" lIns="182875" spcFirstLastPara="1" rIns="0"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B6B6B"/>
                </a:solidFill>
                <a:latin typeface="Verdana"/>
                <a:ea typeface="Verdana"/>
                <a:cs typeface="Verdana"/>
                <a:sym typeface="Verdana"/>
              </a:rPr>
              <a:t>5</a:t>
            </a:r>
            <a:endParaRPr b="0" i="0" sz="1400" u="none" cap="none" strike="noStrike">
              <a:solidFill>
                <a:srgbClr val="000000"/>
              </a:solidFill>
              <a:latin typeface="Arial"/>
              <a:ea typeface="Arial"/>
              <a:cs typeface="Arial"/>
              <a:sym typeface="Arial"/>
            </a:endParaRPr>
          </a:p>
        </p:txBody>
      </p:sp>
      <p:sp>
        <p:nvSpPr>
          <p:cNvPr id="246" name="Google Shape;246;p5"/>
          <p:cNvSpPr txBox="1"/>
          <p:nvPr/>
        </p:nvSpPr>
        <p:spPr>
          <a:xfrm>
            <a:off x="502920" y="1371600"/>
            <a:ext cx="111556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500" u="none" cap="none" strike="noStrike">
                <a:solidFill>
                  <a:srgbClr val="262626"/>
                </a:solidFill>
                <a:latin typeface="Calibri"/>
                <a:ea typeface="Calibri"/>
                <a:cs typeface="Calibri"/>
                <a:sym typeface="Calibri"/>
              </a:rPr>
              <a:t>The summation notation can be replaced by defining the expected value of a signal x:</a:t>
            </a:r>
            <a:endParaRPr/>
          </a:p>
        </p:txBody>
      </p:sp>
      <p:pic>
        <p:nvPicPr>
          <p:cNvPr descr="expval.png" id="247" name="Google Shape;247;p5"/>
          <p:cNvPicPr preferRelativeResize="0"/>
          <p:nvPr/>
        </p:nvPicPr>
        <p:blipFill rotWithShape="1">
          <a:blip r:embed="rId3">
            <a:alphaModFix/>
          </a:blip>
          <a:srcRect b="0" l="0" r="0" t="0"/>
          <a:stretch/>
        </p:blipFill>
        <p:spPr>
          <a:xfrm>
            <a:off x="4969615" y="1828800"/>
            <a:ext cx="2252737" cy="1015536"/>
          </a:xfrm>
          <a:prstGeom prst="rect">
            <a:avLst/>
          </a:prstGeom>
          <a:noFill/>
          <a:ln>
            <a:noFill/>
          </a:ln>
        </p:spPr>
      </p:pic>
      <p:sp>
        <p:nvSpPr>
          <p:cNvPr id="248" name="Google Shape;248;p5"/>
          <p:cNvSpPr txBox="1"/>
          <p:nvPr/>
        </p:nvSpPr>
        <p:spPr>
          <a:xfrm>
            <a:off x="502920" y="3017520"/>
            <a:ext cx="111556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500" u="none" cap="none" strike="noStrike">
                <a:solidFill>
                  <a:srgbClr val="262626"/>
                </a:solidFill>
                <a:latin typeface="Calibri"/>
                <a:ea typeface="Calibri"/>
                <a:cs typeface="Calibri"/>
                <a:sym typeface="Calibri"/>
              </a:rPr>
              <a:t>Using expected value notation, the mean and variance become:</a:t>
            </a:r>
            <a:endParaRPr/>
          </a:p>
        </p:txBody>
      </p:sp>
      <p:pic>
        <p:nvPicPr>
          <p:cNvPr descr="mu_e.png" id="249" name="Google Shape;249;p5"/>
          <p:cNvPicPr preferRelativeResize="0"/>
          <p:nvPr/>
        </p:nvPicPr>
        <p:blipFill rotWithShape="1">
          <a:blip r:embed="rId4">
            <a:alphaModFix/>
          </a:blip>
          <a:srcRect b="0" l="0" r="0" t="0"/>
          <a:stretch/>
        </p:blipFill>
        <p:spPr>
          <a:xfrm>
            <a:off x="5338198" y="3520440"/>
            <a:ext cx="1515571" cy="384048"/>
          </a:xfrm>
          <a:prstGeom prst="rect">
            <a:avLst/>
          </a:prstGeom>
          <a:noFill/>
          <a:ln>
            <a:noFill/>
          </a:ln>
        </p:spPr>
      </p:pic>
      <p:pic>
        <p:nvPicPr>
          <p:cNvPr descr="var_e.png" id="250" name="Google Shape;250;p5"/>
          <p:cNvPicPr preferRelativeResize="0"/>
          <p:nvPr/>
        </p:nvPicPr>
        <p:blipFill rotWithShape="1">
          <a:blip r:embed="rId5">
            <a:alphaModFix/>
          </a:blip>
          <a:srcRect b="0" l="0" r="0" t="0"/>
          <a:stretch/>
        </p:blipFill>
        <p:spPr>
          <a:xfrm>
            <a:off x="4722175" y="4160520"/>
            <a:ext cx="2747618" cy="649530"/>
          </a:xfrm>
          <a:prstGeom prst="rect">
            <a:avLst/>
          </a:prstGeom>
          <a:noFill/>
          <a:ln>
            <a:noFill/>
          </a:ln>
        </p:spPr>
      </p:pic>
      <p:sp>
        <p:nvSpPr>
          <p:cNvPr id="251" name="Google Shape;251;p5"/>
          <p:cNvSpPr txBox="1"/>
          <p:nvPr/>
        </p:nvSpPr>
        <p:spPr>
          <a:xfrm>
            <a:off x="502920" y="5120640"/>
            <a:ext cx="111556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1500" u="none" cap="none" strike="noStrike">
                <a:solidFill>
                  <a:srgbClr val="595959"/>
                </a:solidFill>
                <a:latin typeface="Calibri"/>
                <a:ea typeface="Calibri"/>
                <a:cs typeface="Calibri"/>
                <a:sym typeface="Calibri"/>
              </a:rPr>
              <a:t>Read E[x] as the mean over infinitely many samples.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6"/>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Statistics: The Covariance Matrix</a:t>
            </a:r>
            <a:endParaRPr/>
          </a:p>
        </p:txBody>
      </p:sp>
      <p:sp>
        <p:nvSpPr>
          <p:cNvPr id="257" name="Google Shape;257;p6"/>
          <p:cNvSpPr txBox="1"/>
          <p:nvPr/>
        </p:nvSpPr>
        <p:spPr>
          <a:xfrm>
            <a:off x="0" y="6391656"/>
            <a:ext cx="612648" cy="393192"/>
          </a:xfrm>
          <a:prstGeom prst="rect">
            <a:avLst/>
          </a:prstGeom>
          <a:noFill/>
          <a:ln>
            <a:noFill/>
          </a:ln>
        </p:spPr>
        <p:txBody>
          <a:bodyPr anchorCtr="0" anchor="t" bIns="0" lIns="182875" spcFirstLastPara="1" rIns="0"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B6B6B"/>
                </a:solidFill>
                <a:latin typeface="Verdana"/>
                <a:ea typeface="Verdana"/>
                <a:cs typeface="Verdana"/>
                <a:sym typeface="Verdana"/>
              </a:rPr>
              <a:t>6</a:t>
            </a:r>
            <a:endParaRPr b="0" i="0" sz="1400" u="none" cap="none" strike="noStrike">
              <a:solidFill>
                <a:srgbClr val="000000"/>
              </a:solidFill>
              <a:latin typeface="Arial"/>
              <a:ea typeface="Arial"/>
              <a:cs typeface="Arial"/>
              <a:sym typeface="Arial"/>
            </a:endParaRPr>
          </a:p>
        </p:txBody>
      </p:sp>
      <p:sp>
        <p:nvSpPr>
          <p:cNvPr id="258" name="Google Shape;258;p6"/>
          <p:cNvSpPr txBox="1"/>
          <p:nvPr/>
        </p:nvSpPr>
        <p:spPr>
          <a:xfrm>
            <a:off x="502920" y="1298448"/>
            <a:ext cx="111558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500" u="none" cap="none" strike="noStrike">
                <a:solidFill>
                  <a:srgbClr val="262626"/>
                </a:solidFill>
                <a:latin typeface="Calibri"/>
                <a:ea typeface="Calibri"/>
                <a:cs typeface="Calibri"/>
                <a:sym typeface="Calibri"/>
              </a:rPr>
              <a:t>In the </a:t>
            </a:r>
            <a:r>
              <a:rPr lang="en-US" sz="1500">
                <a:solidFill>
                  <a:srgbClr val="262626"/>
                </a:solidFill>
                <a:latin typeface="Calibri"/>
                <a:ea typeface="Calibri"/>
                <a:cs typeface="Calibri"/>
                <a:sym typeface="Calibri"/>
              </a:rPr>
              <a:t>multivariate</a:t>
            </a:r>
            <a:r>
              <a:rPr b="0" i="0" lang="en-US" sz="1500" u="none" cap="none" strike="noStrike">
                <a:solidFill>
                  <a:srgbClr val="262626"/>
                </a:solidFill>
                <a:latin typeface="Calibri"/>
                <a:ea typeface="Calibri"/>
                <a:cs typeface="Calibri"/>
                <a:sym typeface="Calibri"/>
              </a:rPr>
              <a:t> case, the mean is a vector containing each variable’s average; the covariance matrix adapts variance to multiple variables:</a:t>
            </a:r>
            <a:endParaRPr/>
          </a:p>
        </p:txBody>
      </p:sp>
      <p:pic>
        <p:nvPicPr>
          <p:cNvPr descr="cov_def.png" id="259" name="Google Shape;259;p6"/>
          <p:cNvPicPr preferRelativeResize="0"/>
          <p:nvPr/>
        </p:nvPicPr>
        <p:blipFill rotWithShape="1">
          <a:blip r:embed="rId3">
            <a:alphaModFix/>
          </a:blip>
          <a:srcRect b="0" l="0" r="0" t="0"/>
          <a:stretch/>
        </p:blipFill>
        <p:spPr>
          <a:xfrm>
            <a:off x="3959234" y="1965960"/>
            <a:ext cx="4273500" cy="649530"/>
          </a:xfrm>
          <a:prstGeom prst="rect">
            <a:avLst/>
          </a:prstGeom>
          <a:noFill/>
          <a:ln>
            <a:noFill/>
          </a:ln>
        </p:spPr>
      </p:pic>
      <p:sp>
        <p:nvSpPr>
          <p:cNvPr id="260" name="Google Shape;260;p6"/>
          <p:cNvSpPr txBox="1"/>
          <p:nvPr/>
        </p:nvSpPr>
        <p:spPr>
          <a:xfrm>
            <a:off x="502920" y="2743200"/>
            <a:ext cx="111556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500" u="none" cap="none" strike="noStrike">
                <a:solidFill>
                  <a:srgbClr val="262626"/>
                </a:solidFill>
                <a:latin typeface="Calibri"/>
                <a:ea typeface="Calibri"/>
                <a:cs typeface="Calibri"/>
                <a:sym typeface="Calibri"/>
              </a:rPr>
              <a:t>To see how covariance is a matrix, expand the two-variable case:</a:t>
            </a:r>
            <a:endParaRPr/>
          </a:p>
        </p:txBody>
      </p:sp>
      <p:pic>
        <p:nvPicPr>
          <p:cNvPr descr="cov_2x2.png" id="261" name="Google Shape;261;p6"/>
          <p:cNvPicPr preferRelativeResize="0"/>
          <p:nvPr/>
        </p:nvPicPr>
        <p:blipFill rotWithShape="1">
          <a:blip r:embed="rId4">
            <a:alphaModFix/>
          </a:blip>
          <a:srcRect b="0" l="0" r="0" t="0"/>
          <a:stretch/>
        </p:blipFill>
        <p:spPr>
          <a:xfrm>
            <a:off x="4800789" y="3200400"/>
            <a:ext cx="2590390" cy="1005226"/>
          </a:xfrm>
          <a:prstGeom prst="rect">
            <a:avLst/>
          </a:prstGeom>
          <a:noFill/>
          <a:ln>
            <a:noFill/>
          </a:ln>
        </p:spPr>
      </p:pic>
      <p:sp>
        <p:nvSpPr>
          <p:cNvPr id="262" name="Google Shape;262;p6"/>
          <p:cNvSpPr txBox="1"/>
          <p:nvPr/>
        </p:nvSpPr>
        <p:spPr>
          <a:xfrm>
            <a:off x="502920" y="4617720"/>
            <a:ext cx="111556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500" u="none" cap="none" strike="noStrike">
                <a:solidFill>
                  <a:srgbClr val="262626"/>
                </a:solidFill>
                <a:latin typeface="Calibri"/>
                <a:ea typeface="Calibri"/>
                <a:cs typeface="Calibri"/>
                <a:sym typeface="Calibri"/>
              </a:rPr>
              <a:t>Diagonal elements are the variances of the individual variables.</a:t>
            </a:r>
            <a:endParaRPr/>
          </a:p>
        </p:txBody>
      </p:sp>
      <p:sp>
        <p:nvSpPr>
          <p:cNvPr id="263" name="Google Shape;263;p6"/>
          <p:cNvSpPr txBox="1"/>
          <p:nvPr/>
        </p:nvSpPr>
        <p:spPr>
          <a:xfrm>
            <a:off x="502920" y="5029200"/>
            <a:ext cx="11155800" cy="323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500" u="none" cap="none" strike="noStrike">
                <a:solidFill>
                  <a:srgbClr val="262626"/>
                </a:solidFill>
                <a:latin typeface="Calibri"/>
                <a:ea typeface="Calibri"/>
                <a:cs typeface="Calibri"/>
                <a:sym typeface="Calibri"/>
              </a:rPr>
              <a:t>Off-diagonal elements are the cross-covariance between variables</a:t>
            </a:r>
            <a:r>
              <a:rPr lang="en-US" sz="1500">
                <a:solidFill>
                  <a:srgbClr val="262626"/>
                </a:solidFill>
                <a:latin typeface="Calibri"/>
                <a:ea typeface="Calibri"/>
                <a:cs typeface="Calibri"/>
                <a:sym typeface="Calibri"/>
              </a:rPr>
              <a:t>,</a:t>
            </a:r>
            <a:r>
              <a:rPr b="0" i="0" lang="en-US" sz="1500" u="none" cap="none" strike="noStrike">
                <a:solidFill>
                  <a:srgbClr val="262626"/>
                </a:solidFill>
                <a:latin typeface="Calibri"/>
                <a:ea typeface="Calibri"/>
                <a:cs typeface="Calibri"/>
                <a:sym typeface="Calibri"/>
              </a:rPr>
              <a:t> zero when the variables are independent.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7"/>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State Space Linearization</a:t>
            </a:r>
            <a:endParaRPr/>
          </a:p>
        </p:txBody>
      </p:sp>
      <p:sp>
        <p:nvSpPr>
          <p:cNvPr id="269" name="Google Shape;269;p7"/>
          <p:cNvSpPr txBox="1"/>
          <p:nvPr/>
        </p:nvSpPr>
        <p:spPr>
          <a:xfrm>
            <a:off x="0" y="6391656"/>
            <a:ext cx="612648" cy="393192"/>
          </a:xfrm>
          <a:prstGeom prst="rect">
            <a:avLst/>
          </a:prstGeom>
          <a:noFill/>
          <a:ln>
            <a:noFill/>
          </a:ln>
        </p:spPr>
        <p:txBody>
          <a:bodyPr anchorCtr="0" anchor="t" bIns="0" lIns="182875" spcFirstLastPara="1" rIns="0"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B6B6B"/>
                </a:solidFill>
                <a:latin typeface="Verdana"/>
                <a:ea typeface="Verdana"/>
                <a:cs typeface="Verdana"/>
                <a:sym typeface="Verdana"/>
              </a:rPr>
              <a:t>7</a:t>
            </a:r>
            <a:endParaRPr b="0" i="0" sz="1400" u="none" cap="none" strike="noStrike">
              <a:solidFill>
                <a:srgbClr val="000000"/>
              </a:solidFill>
              <a:latin typeface="Arial"/>
              <a:ea typeface="Arial"/>
              <a:cs typeface="Arial"/>
              <a:sym typeface="Arial"/>
            </a:endParaRPr>
          </a:p>
        </p:txBody>
      </p:sp>
      <p:sp>
        <p:nvSpPr>
          <p:cNvPr id="270" name="Google Shape;270;p7"/>
          <p:cNvSpPr txBox="1"/>
          <p:nvPr/>
        </p:nvSpPr>
        <p:spPr>
          <a:xfrm>
            <a:off x="502920" y="1325880"/>
            <a:ext cx="111556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500" u="none" cap="none" strike="noStrike">
                <a:solidFill>
                  <a:srgbClr val="262626"/>
                </a:solidFill>
                <a:latin typeface="Calibri"/>
                <a:ea typeface="Calibri"/>
                <a:cs typeface="Calibri"/>
                <a:sym typeface="Calibri"/>
              </a:rPr>
              <a:t>For use in the EKF algorithm, the state space equations need to be linearized:</a:t>
            </a:r>
            <a:endParaRPr/>
          </a:p>
        </p:txBody>
      </p:sp>
      <p:sp>
        <p:nvSpPr>
          <p:cNvPr id="271" name="Google Shape;271;p7"/>
          <p:cNvSpPr txBox="1"/>
          <p:nvPr/>
        </p:nvSpPr>
        <p:spPr>
          <a:xfrm>
            <a:off x="777240" y="1874519"/>
            <a:ext cx="111556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500" u="none" cap="none" strike="noStrike">
                <a:solidFill>
                  <a:srgbClr val="262626"/>
                </a:solidFill>
                <a:latin typeface="Calibri"/>
                <a:ea typeface="Calibri"/>
                <a:cs typeface="Calibri"/>
                <a:sym typeface="Calibri"/>
              </a:rPr>
              <a:t>State equation</a:t>
            </a:r>
            <a:endParaRPr/>
          </a:p>
        </p:txBody>
      </p:sp>
      <p:pic>
        <p:nvPicPr>
          <p:cNvPr descr="lin_state.png" id="272" name="Google Shape;272;p7"/>
          <p:cNvPicPr preferRelativeResize="0"/>
          <p:nvPr/>
        </p:nvPicPr>
        <p:blipFill rotWithShape="1">
          <a:blip r:embed="rId3">
            <a:alphaModFix/>
          </a:blip>
          <a:srcRect b="0" l="0" r="0" t="0"/>
          <a:stretch/>
        </p:blipFill>
        <p:spPr>
          <a:xfrm>
            <a:off x="2225863" y="2240280"/>
            <a:ext cx="7740242" cy="822223"/>
          </a:xfrm>
          <a:prstGeom prst="rect">
            <a:avLst/>
          </a:prstGeom>
          <a:noFill/>
          <a:ln>
            <a:noFill/>
          </a:ln>
        </p:spPr>
      </p:pic>
      <p:sp>
        <p:nvSpPr>
          <p:cNvPr id="273" name="Google Shape;273;p7"/>
          <p:cNvSpPr txBox="1"/>
          <p:nvPr/>
        </p:nvSpPr>
        <p:spPr>
          <a:xfrm>
            <a:off x="777240" y="3291840"/>
            <a:ext cx="111556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500" u="none" cap="none" strike="noStrike">
                <a:solidFill>
                  <a:srgbClr val="262626"/>
                </a:solidFill>
                <a:latin typeface="Calibri"/>
                <a:ea typeface="Calibri"/>
                <a:cs typeface="Calibri"/>
                <a:sym typeface="Calibri"/>
              </a:rPr>
              <a:t>Observation equation</a:t>
            </a:r>
            <a:endParaRPr/>
          </a:p>
        </p:txBody>
      </p:sp>
      <p:pic>
        <p:nvPicPr>
          <p:cNvPr descr="lin_obs.png" id="274" name="Google Shape;274;p7"/>
          <p:cNvPicPr preferRelativeResize="0"/>
          <p:nvPr/>
        </p:nvPicPr>
        <p:blipFill rotWithShape="1">
          <a:blip r:embed="rId4">
            <a:alphaModFix/>
          </a:blip>
          <a:srcRect b="0" l="0" r="0" t="0"/>
          <a:stretch/>
        </p:blipFill>
        <p:spPr>
          <a:xfrm>
            <a:off x="3678286" y="3657600"/>
            <a:ext cx="4835396" cy="811913"/>
          </a:xfrm>
          <a:prstGeom prst="rect">
            <a:avLst/>
          </a:prstGeom>
          <a:noFill/>
          <a:ln>
            <a:noFill/>
          </a:ln>
        </p:spPr>
      </p:pic>
      <p:sp>
        <p:nvSpPr>
          <p:cNvPr id="275" name="Google Shape;275;p7"/>
          <p:cNvSpPr txBox="1"/>
          <p:nvPr/>
        </p:nvSpPr>
        <p:spPr>
          <a:xfrm>
            <a:off x="502920" y="4846320"/>
            <a:ext cx="111556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500" u="none" cap="none" strike="noStrike">
                <a:solidFill>
                  <a:srgbClr val="262626"/>
                </a:solidFill>
                <a:latin typeface="Calibri"/>
                <a:ea typeface="Calibri"/>
                <a:cs typeface="Calibri"/>
                <a:sym typeface="Calibri"/>
              </a:rPr>
              <a:t>Only possible if f and h are differentiable.</a:t>
            </a:r>
            <a:endParaRPr/>
          </a:p>
        </p:txBody>
      </p:sp>
      <p:sp>
        <p:nvSpPr>
          <p:cNvPr id="276" name="Google Shape;276;p7"/>
          <p:cNvSpPr txBox="1"/>
          <p:nvPr/>
        </p:nvSpPr>
        <p:spPr>
          <a:xfrm>
            <a:off x="502920" y="5257800"/>
            <a:ext cx="111556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1" lang="en-US" sz="1500" u="none" cap="none" strike="noStrike">
                <a:solidFill>
                  <a:srgbClr val="595959"/>
                </a:solidFill>
                <a:latin typeface="Calibri"/>
                <a:ea typeface="Calibri"/>
                <a:cs typeface="Calibri"/>
                <a:sym typeface="Calibri"/>
              </a:rPr>
              <a:t>For our tracker: X holds x, y position and velocity (4×1); Z is the lidar x, y position (2×1); U = 0 — no control inputs.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8"/>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Linearization: The Jacobian</a:t>
            </a:r>
            <a:endParaRPr/>
          </a:p>
        </p:txBody>
      </p:sp>
      <p:sp>
        <p:nvSpPr>
          <p:cNvPr id="282" name="Google Shape;282;p8"/>
          <p:cNvSpPr txBox="1"/>
          <p:nvPr/>
        </p:nvSpPr>
        <p:spPr>
          <a:xfrm>
            <a:off x="0" y="6391656"/>
            <a:ext cx="612648" cy="393192"/>
          </a:xfrm>
          <a:prstGeom prst="rect">
            <a:avLst/>
          </a:prstGeom>
          <a:noFill/>
          <a:ln>
            <a:noFill/>
          </a:ln>
        </p:spPr>
        <p:txBody>
          <a:bodyPr anchorCtr="0" anchor="t" bIns="0" lIns="182875" spcFirstLastPara="1" rIns="0"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B6B6B"/>
                </a:solidFill>
                <a:latin typeface="Verdana"/>
                <a:ea typeface="Verdana"/>
                <a:cs typeface="Verdana"/>
                <a:sym typeface="Verdana"/>
              </a:rPr>
              <a:t>8</a:t>
            </a:r>
            <a:endParaRPr b="0" i="0" sz="1400" u="none" cap="none" strike="noStrike">
              <a:solidFill>
                <a:srgbClr val="000000"/>
              </a:solidFill>
              <a:latin typeface="Arial"/>
              <a:ea typeface="Arial"/>
              <a:cs typeface="Arial"/>
              <a:sym typeface="Arial"/>
            </a:endParaRPr>
          </a:p>
        </p:txBody>
      </p:sp>
      <p:sp>
        <p:nvSpPr>
          <p:cNvPr id="283" name="Google Shape;283;p8"/>
          <p:cNvSpPr txBox="1"/>
          <p:nvPr/>
        </p:nvSpPr>
        <p:spPr>
          <a:xfrm>
            <a:off x="502920" y="1298448"/>
            <a:ext cx="111556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500" u="none" cap="none" strike="noStrike">
                <a:solidFill>
                  <a:srgbClr val="262626"/>
                </a:solidFill>
                <a:latin typeface="Calibri"/>
                <a:ea typeface="Calibri"/>
                <a:cs typeface="Calibri"/>
                <a:sym typeface="Calibri"/>
              </a:rPr>
              <a:t>Each linearized matrix is a partial derivative of the model, evaluated at the current state:</a:t>
            </a:r>
            <a:endParaRPr/>
          </a:p>
        </p:txBody>
      </p:sp>
      <p:pic>
        <p:nvPicPr>
          <p:cNvPr descr="jac_defs.png" id="284" name="Google Shape;284;p8"/>
          <p:cNvPicPr preferRelativeResize="0"/>
          <p:nvPr/>
        </p:nvPicPr>
        <p:blipFill rotWithShape="1">
          <a:blip r:embed="rId3">
            <a:alphaModFix/>
          </a:blip>
          <a:srcRect b="0" l="0" r="0" t="0"/>
          <a:stretch/>
        </p:blipFill>
        <p:spPr>
          <a:xfrm>
            <a:off x="1644636" y="1755648"/>
            <a:ext cx="8902696" cy="979451"/>
          </a:xfrm>
          <a:prstGeom prst="rect">
            <a:avLst/>
          </a:prstGeom>
          <a:noFill/>
          <a:ln>
            <a:noFill/>
          </a:ln>
        </p:spPr>
      </p:pic>
      <p:sp>
        <p:nvSpPr>
          <p:cNvPr id="285" name="Google Shape;285;p8"/>
          <p:cNvSpPr txBox="1"/>
          <p:nvPr/>
        </p:nvSpPr>
        <p:spPr>
          <a:xfrm>
            <a:off x="502920" y="2834640"/>
            <a:ext cx="111556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500" u="none" cap="none" strike="noStrike">
                <a:solidFill>
                  <a:srgbClr val="262626"/>
                </a:solidFill>
                <a:latin typeface="Calibri"/>
                <a:ea typeface="Calibri"/>
                <a:cs typeface="Calibri"/>
                <a:sym typeface="Calibri"/>
              </a:rPr>
              <a:t>Differentiating every function with respect to every state variable gives the Jacobian matrix:</a:t>
            </a:r>
            <a:endParaRPr/>
          </a:p>
        </p:txBody>
      </p:sp>
      <p:pic>
        <p:nvPicPr>
          <p:cNvPr descr="jacobian.png" id="286" name="Google Shape;286;p8"/>
          <p:cNvPicPr preferRelativeResize="0"/>
          <p:nvPr/>
        </p:nvPicPr>
        <p:blipFill rotWithShape="1">
          <a:blip r:embed="rId4">
            <a:alphaModFix/>
          </a:blip>
          <a:srcRect b="0" l="0" r="0" t="0"/>
          <a:stretch/>
        </p:blipFill>
        <p:spPr>
          <a:xfrm>
            <a:off x="4028827" y="3246120"/>
            <a:ext cx="4134315" cy="323734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9"/>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What the Filter Gives You</a:t>
            </a:r>
            <a:endParaRPr/>
          </a:p>
        </p:txBody>
      </p:sp>
      <p:sp>
        <p:nvSpPr>
          <p:cNvPr id="292" name="Google Shape;292;p9"/>
          <p:cNvSpPr txBox="1"/>
          <p:nvPr>
            <p:ph idx="1" type="body"/>
          </p:nvPr>
        </p:nvSpPr>
        <p:spPr>
          <a:xfrm>
            <a:off x="609600" y="1524000"/>
            <a:ext cx="10972800" cy="4648200"/>
          </a:xfrm>
          <a:prstGeom prst="rect">
            <a:avLst/>
          </a:prstGeom>
          <a:noFill/>
          <a:ln>
            <a:noFill/>
          </a:ln>
        </p:spPr>
        <p:txBody>
          <a:bodyPr anchorCtr="0" anchor="t" bIns="45700" lIns="91425" spcFirstLastPara="1" rIns="91425" wrap="square" tIns="45700">
            <a:normAutofit/>
          </a:bodyPr>
          <a:lstStyle/>
          <a:p>
            <a:pPr indent="-342900" lvl="0" marL="457200" rtl="0" algn="l">
              <a:lnSpc>
                <a:spcPct val="95000"/>
              </a:lnSpc>
              <a:spcBef>
                <a:spcPts val="1200"/>
              </a:spcBef>
              <a:spcAft>
                <a:spcPts val="0"/>
              </a:spcAft>
              <a:buSzPts val="1800"/>
              <a:buNone/>
            </a:pPr>
            <a:r>
              <a:rPr lang="en-US" sz="1800">
                <a:solidFill>
                  <a:srgbClr val="1A1A1A"/>
                </a:solidFill>
                <a:latin typeface="Verdana"/>
                <a:ea typeface="Verdana"/>
                <a:cs typeface="Verdana"/>
                <a:sym typeface="Verdana"/>
              </a:rPr>
              <a:t>Every iteration produces two outputs, always together: an estimate and a confidence.</a:t>
            </a:r>
            <a:endParaRPr/>
          </a:p>
          <a:p>
            <a:pPr indent="-342900" lvl="0" marL="457200" rtl="0" algn="l">
              <a:lnSpc>
                <a:spcPct val="95000"/>
              </a:lnSpc>
              <a:spcBef>
                <a:spcPts val="1200"/>
              </a:spcBef>
              <a:spcAft>
                <a:spcPts val="0"/>
              </a:spcAft>
              <a:buSzPts val="1800"/>
              <a:buNone/>
            </a:pPr>
            <a:r>
              <a:rPr lang="en-US" sz="1600">
                <a:solidFill>
                  <a:srgbClr val="262626"/>
                </a:solidFill>
                <a:latin typeface="Calibri"/>
                <a:ea typeface="Calibri"/>
                <a:cs typeface="Calibri"/>
                <a:sym typeface="Calibri"/>
              </a:rPr>
              <a:t>X̂</a:t>
            </a:r>
            <a:r>
              <a:rPr lang="en-US" sz="1800">
                <a:solidFill>
                  <a:srgbClr val="1A1A1A"/>
                </a:solidFill>
                <a:latin typeface="Verdana"/>
                <a:ea typeface="Verdana"/>
                <a:cs typeface="Verdana"/>
                <a:sym typeface="Verdana"/>
              </a:rPr>
              <a:t> is the state estimate. P is its covariance: each diagonal element is the variance</a:t>
            </a:r>
            <a:r>
              <a:rPr lang="en-US" sz="1800">
                <a:solidFill>
                  <a:srgbClr val="1A1A1A"/>
                </a:solidFill>
              </a:rPr>
              <a:t>,</a:t>
            </a:r>
            <a:r>
              <a:rPr lang="en-US" sz="1800">
                <a:solidFill>
                  <a:srgbClr val="1A1A1A"/>
                </a:solidFill>
              </a:rPr>
              <a:t> </a:t>
            </a:r>
            <a:r>
              <a:rPr lang="en-US" sz="1800">
                <a:solidFill>
                  <a:srgbClr val="1A1A1A"/>
                </a:solidFill>
                <a:latin typeface="Verdana"/>
                <a:ea typeface="Verdana"/>
                <a:cs typeface="Verdana"/>
                <a:sym typeface="Verdana"/>
              </a:rPr>
              <a:t>the uncertainty</a:t>
            </a:r>
            <a:r>
              <a:rPr lang="en-US" sz="1800">
                <a:solidFill>
                  <a:srgbClr val="1A1A1A"/>
                </a:solidFill>
              </a:rPr>
              <a:t>,</a:t>
            </a:r>
            <a:r>
              <a:rPr lang="en-US" sz="1800">
                <a:solidFill>
                  <a:srgbClr val="1A1A1A"/>
                </a:solidFill>
                <a:latin typeface="Verdana"/>
                <a:ea typeface="Verdana"/>
                <a:cs typeface="Verdana"/>
                <a:sym typeface="Verdana"/>
              </a:rPr>
              <a:t> of one state’s estimate.</a:t>
            </a:r>
            <a:endParaRPr/>
          </a:p>
          <a:p>
            <a:pPr indent="-342900" lvl="0" marL="457200" rtl="0" algn="l">
              <a:lnSpc>
                <a:spcPct val="95000"/>
              </a:lnSpc>
              <a:spcBef>
                <a:spcPts val="1200"/>
              </a:spcBef>
              <a:spcAft>
                <a:spcPts val="0"/>
              </a:spcAft>
              <a:buSzPts val="1800"/>
              <a:buNone/>
            </a:pPr>
            <a:r>
              <a:t/>
            </a:r>
            <a:endParaRPr sz="1800">
              <a:solidFill>
                <a:srgbClr val="1A1A1A"/>
              </a:solidFill>
              <a:latin typeface="Verdana"/>
              <a:ea typeface="Verdana"/>
              <a:cs typeface="Verdana"/>
              <a:sym typeface="Verdana"/>
            </a:endParaRPr>
          </a:p>
          <a:p>
            <a:pPr indent="-342900" lvl="0" marL="457200" rtl="0" algn="l">
              <a:lnSpc>
                <a:spcPct val="95000"/>
              </a:lnSpc>
              <a:spcBef>
                <a:spcPts val="1200"/>
              </a:spcBef>
              <a:spcAft>
                <a:spcPts val="0"/>
              </a:spcAft>
              <a:buSzPts val="1800"/>
              <a:buNone/>
            </a:pPr>
            <a:r>
              <a:rPr b="1" lang="en-US" sz="1500">
                <a:solidFill>
                  <a:srgbClr val="1A1A1A"/>
                </a:solidFill>
                <a:latin typeface="Verdana"/>
                <a:ea typeface="Verdana"/>
                <a:cs typeface="Verdana"/>
                <a:sym typeface="Verdana"/>
              </a:rPr>
              <a:t>How to read P:</a:t>
            </a:r>
            <a:endParaRPr/>
          </a:p>
          <a:p>
            <a:pPr indent="-342900" lvl="1" marL="914400" rtl="0" algn="l">
              <a:lnSpc>
                <a:spcPct val="95000"/>
              </a:lnSpc>
              <a:spcBef>
                <a:spcPts val="600"/>
              </a:spcBef>
              <a:spcAft>
                <a:spcPts val="0"/>
              </a:spcAft>
              <a:buSzPts val="1800"/>
              <a:buChar char="─"/>
            </a:pPr>
            <a:r>
              <a:rPr b="1" lang="en-US" sz="1600">
                <a:solidFill>
                  <a:srgbClr val="1A1A1A"/>
                </a:solidFill>
                <a:latin typeface="Verdana"/>
                <a:ea typeface="Verdana"/>
                <a:cs typeface="Verdana"/>
                <a:sym typeface="Verdana"/>
              </a:rPr>
              <a:t>Big diagonal value</a:t>
            </a:r>
            <a:r>
              <a:rPr b="0" lang="en-US" sz="1600">
                <a:solidFill>
                  <a:srgbClr val="2D2D2D"/>
                </a:solidFill>
                <a:latin typeface="Verdana"/>
                <a:ea typeface="Verdana"/>
                <a:cs typeface="Verdana"/>
                <a:sym typeface="Verdana"/>
              </a:rPr>
              <a:t> — high variance: low confidence in that state</a:t>
            </a:r>
            <a:endParaRPr/>
          </a:p>
          <a:p>
            <a:pPr indent="-342900" lvl="1" marL="914400" rtl="0" algn="l">
              <a:lnSpc>
                <a:spcPct val="95000"/>
              </a:lnSpc>
              <a:spcBef>
                <a:spcPts val="600"/>
              </a:spcBef>
              <a:spcAft>
                <a:spcPts val="0"/>
              </a:spcAft>
              <a:buSzPts val="1800"/>
              <a:buChar char="─"/>
            </a:pPr>
            <a:r>
              <a:rPr b="1" lang="en-US" sz="1600">
                <a:solidFill>
                  <a:srgbClr val="1A1A1A"/>
                </a:solidFill>
                <a:latin typeface="Verdana"/>
                <a:ea typeface="Verdana"/>
                <a:cs typeface="Verdana"/>
                <a:sym typeface="Verdana"/>
              </a:rPr>
              <a:t>Consistent measurements</a:t>
            </a:r>
            <a:r>
              <a:rPr b="0" lang="en-US" sz="1600">
                <a:solidFill>
                  <a:srgbClr val="2D2D2D"/>
                </a:solidFill>
                <a:latin typeface="Verdana"/>
                <a:ea typeface="Verdana"/>
                <a:cs typeface="Verdana"/>
                <a:sym typeface="Verdana"/>
              </a:rPr>
              <a:t> — P shrinks: confidence grows over time</a:t>
            </a:r>
            <a:endParaRPr/>
          </a:p>
          <a:p>
            <a:pPr indent="-342900" lvl="1" marL="914400" rtl="0" algn="l">
              <a:lnSpc>
                <a:spcPct val="95000"/>
              </a:lnSpc>
              <a:spcBef>
                <a:spcPts val="600"/>
              </a:spcBef>
              <a:spcAft>
                <a:spcPts val="0"/>
              </a:spcAft>
              <a:buSzPts val="1800"/>
              <a:buChar char="─"/>
            </a:pPr>
            <a:r>
              <a:rPr b="1" lang="en-US" sz="1600">
                <a:solidFill>
                  <a:srgbClr val="1A1A1A"/>
                </a:solidFill>
                <a:latin typeface="Verdana"/>
                <a:ea typeface="Verdana"/>
                <a:cs typeface="Verdana"/>
                <a:sym typeface="Verdana"/>
              </a:rPr>
              <a:t>Never one without the other</a:t>
            </a:r>
            <a:r>
              <a:rPr b="0" lang="en-US" sz="1600">
                <a:solidFill>
                  <a:srgbClr val="2D2D2D"/>
                </a:solidFill>
                <a:latin typeface="Verdana"/>
                <a:ea typeface="Verdana"/>
                <a:cs typeface="Verdana"/>
                <a:sym typeface="Verdana"/>
              </a:rPr>
              <a:t> — estimate and covariance travel as a pair</a:t>
            </a:r>
            <a:endParaRPr/>
          </a:p>
          <a:p>
            <a:pPr indent="-342900" lvl="0" marL="457200" rtl="0" algn="l">
              <a:lnSpc>
                <a:spcPct val="95000"/>
              </a:lnSpc>
              <a:spcBef>
                <a:spcPts val="1200"/>
              </a:spcBef>
              <a:spcAft>
                <a:spcPts val="0"/>
              </a:spcAft>
              <a:buSzPts val="1800"/>
              <a:buNone/>
            </a:pPr>
            <a:r>
              <a:t/>
            </a:r>
            <a:endParaRPr b="0" sz="1600">
              <a:solidFill>
                <a:srgbClr val="2D2D2D"/>
              </a:solidFill>
              <a:latin typeface="Verdana"/>
              <a:ea typeface="Verdana"/>
              <a:cs typeface="Verdana"/>
              <a:sym typeface="Verdana"/>
            </a:endParaRPr>
          </a:p>
          <a:p>
            <a:pPr indent="-342900" lvl="0" marL="457200" rtl="0" algn="l">
              <a:lnSpc>
                <a:spcPct val="95000"/>
              </a:lnSpc>
              <a:spcBef>
                <a:spcPts val="1200"/>
              </a:spcBef>
              <a:spcAft>
                <a:spcPts val="0"/>
              </a:spcAft>
              <a:buSzPts val="1800"/>
              <a:buNone/>
            </a:pPr>
            <a:r>
              <a:rPr i="1" lang="en-US" sz="1300">
                <a:solidFill>
                  <a:srgbClr val="6B6B6B"/>
                </a:solidFill>
                <a:latin typeface="Verdana"/>
                <a:ea typeface="Verdana"/>
                <a:cs typeface="Verdana"/>
                <a:sym typeface="Verdana"/>
              </a:rPr>
              <a:t>The “extended” in EKF: the Jacobians A and C contain the state itself, so they are recomputed every step. That is how the filter rides along a nonlinear system.</a:t>
            </a:r>
            <a:endParaRPr/>
          </a:p>
        </p:txBody>
      </p:sp>
      <p:sp>
        <p:nvSpPr>
          <p:cNvPr id="293" name="Google Shape;293;p9"/>
          <p:cNvSpPr txBox="1"/>
          <p:nvPr/>
        </p:nvSpPr>
        <p:spPr>
          <a:xfrm>
            <a:off x="0" y="6391656"/>
            <a:ext cx="612648" cy="393192"/>
          </a:xfrm>
          <a:prstGeom prst="rect">
            <a:avLst/>
          </a:prstGeom>
          <a:noFill/>
          <a:ln>
            <a:noFill/>
          </a:ln>
        </p:spPr>
        <p:txBody>
          <a:bodyPr anchorCtr="0" anchor="t" bIns="0" lIns="182875" spcFirstLastPara="1" rIns="0"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B6B6B"/>
                </a:solidFill>
                <a:latin typeface="Verdana"/>
                <a:ea typeface="Verdana"/>
                <a:cs typeface="Verdana"/>
                <a:sym typeface="Verdana"/>
              </a:rPr>
              <a:t>9</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2"/>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Modeling the Noise</a:t>
            </a:r>
            <a:endParaRPr/>
          </a:p>
        </p:txBody>
      </p:sp>
      <p:sp>
        <p:nvSpPr>
          <p:cNvPr id="299" name="Google Shape;299;p22"/>
          <p:cNvSpPr txBox="1"/>
          <p:nvPr/>
        </p:nvSpPr>
        <p:spPr>
          <a:xfrm>
            <a:off x="0" y="6391656"/>
            <a:ext cx="612648" cy="393192"/>
          </a:xfrm>
          <a:prstGeom prst="rect">
            <a:avLst/>
          </a:prstGeom>
          <a:noFill/>
          <a:ln>
            <a:noFill/>
          </a:ln>
        </p:spPr>
        <p:txBody>
          <a:bodyPr anchorCtr="0" anchor="t" bIns="0" lIns="182875" spcFirstLastPara="1" rIns="0"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B6B6B"/>
                </a:solidFill>
                <a:latin typeface="Verdana"/>
                <a:ea typeface="Verdana"/>
                <a:cs typeface="Verdana"/>
                <a:sym typeface="Verdana"/>
              </a:rPr>
              <a:t>10</a:t>
            </a:r>
            <a:endParaRPr b="0" i="0" sz="1400" u="none" cap="none" strike="noStrike">
              <a:solidFill>
                <a:srgbClr val="000000"/>
              </a:solidFill>
              <a:latin typeface="Arial"/>
              <a:ea typeface="Arial"/>
              <a:cs typeface="Arial"/>
              <a:sym typeface="Arial"/>
            </a:endParaRPr>
          </a:p>
        </p:txBody>
      </p:sp>
      <p:sp>
        <p:nvSpPr>
          <p:cNvPr id="300" name="Google Shape;300;p22"/>
          <p:cNvSpPr txBox="1"/>
          <p:nvPr/>
        </p:nvSpPr>
        <p:spPr>
          <a:xfrm>
            <a:off x="502920" y="1298448"/>
            <a:ext cx="111556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500" u="none" cap="none" strike="noStrike">
                <a:solidFill>
                  <a:srgbClr val="262626"/>
                </a:solidFill>
                <a:latin typeface="Calibri"/>
                <a:ea typeface="Calibri"/>
                <a:cs typeface="Calibri"/>
                <a:sym typeface="Calibri"/>
              </a:rPr>
              <a:t>State uncertainty is modeled by a process noise vector w:</a:t>
            </a:r>
            <a:endParaRPr/>
          </a:p>
        </p:txBody>
      </p:sp>
      <p:pic>
        <p:nvPicPr>
          <p:cNvPr descr="noise_w.png" id="301" name="Google Shape;301;p22"/>
          <p:cNvPicPr preferRelativeResize="0"/>
          <p:nvPr/>
        </p:nvPicPr>
        <p:blipFill rotWithShape="1">
          <a:blip r:embed="rId3">
            <a:alphaModFix/>
          </a:blip>
          <a:srcRect b="0" l="0" r="0" t="0"/>
          <a:stretch/>
        </p:blipFill>
        <p:spPr>
          <a:xfrm>
            <a:off x="4429628" y="1719072"/>
            <a:ext cx="3332711" cy="510345"/>
          </a:xfrm>
          <a:prstGeom prst="rect">
            <a:avLst/>
          </a:prstGeom>
          <a:noFill/>
          <a:ln>
            <a:noFill/>
          </a:ln>
        </p:spPr>
      </p:pic>
      <p:sp>
        <p:nvSpPr>
          <p:cNvPr id="302" name="Google Shape;302;p22"/>
          <p:cNvSpPr txBox="1"/>
          <p:nvPr/>
        </p:nvSpPr>
        <p:spPr>
          <a:xfrm>
            <a:off x="502920" y="2423160"/>
            <a:ext cx="111556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500" u="none" cap="none" strike="noStrike">
                <a:solidFill>
                  <a:srgbClr val="262626"/>
                </a:solidFill>
                <a:latin typeface="Calibri"/>
                <a:ea typeface="Calibri"/>
                <a:cs typeface="Calibri"/>
                <a:sym typeface="Calibri"/>
              </a:rPr>
              <a:t>Measurement uncertainty is modeled by a measurement noise vector v:</a:t>
            </a:r>
            <a:endParaRPr/>
          </a:p>
        </p:txBody>
      </p:sp>
      <p:pic>
        <p:nvPicPr>
          <p:cNvPr descr="noise_v.png" id="303" name="Google Shape;303;p22"/>
          <p:cNvPicPr preferRelativeResize="0"/>
          <p:nvPr/>
        </p:nvPicPr>
        <p:blipFill rotWithShape="1">
          <a:blip r:embed="rId4">
            <a:alphaModFix/>
          </a:blip>
          <a:srcRect b="0" l="0" r="0" t="0"/>
          <a:stretch/>
        </p:blipFill>
        <p:spPr>
          <a:xfrm>
            <a:off x="4751816" y="2843784"/>
            <a:ext cx="2688336" cy="502613"/>
          </a:xfrm>
          <a:prstGeom prst="rect">
            <a:avLst/>
          </a:prstGeom>
          <a:noFill/>
          <a:ln>
            <a:noFill/>
          </a:ln>
        </p:spPr>
      </p:pic>
      <p:sp>
        <p:nvSpPr>
          <p:cNvPr id="304" name="Google Shape;304;p22"/>
          <p:cNvSpPr txBox="1"/>
          <p:nvPr/>
        </p:nvSpPr>
        <p:spPr>
          <a:xfrm>
            <a:off x="502920" y="3566160"/>
            <a:ext cx="111556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500" u="none" cap="none" strike="noStrike">
                <a:solidFill>
                  <a:srgbClr val="262626"/>
                </a:solidFill>
                <a:latin typeface="Calibri"/>
                <a:ea typeface="Calibri"/>
                <a:cs typeface="Calibri"/>
                <a:sym typeface="Calibri"/>
              </a:rPr>
              <a:t>You specify their covariances — Q for the process noise, R for the measurement noise:</a:t>
            </a:r>
            <a:endParaRPr/>
          </a:p>
        </p:txBody>
      </p:sp>
      <p:pic>
        <p:nvPicPr>
          <p:cNvPr descr="QR_def.png" id="305" name="Google Shape;305;p22"/>
          <p:cNvPicPr preferRelativeResize="0"/>
          <p:nvPr/>
        </p:nvPicPr>
        <p:blipFill rotWithShape="1">
          <a:blip r:embed="rId5">
            <a:alphaModFix/>
          </a:blip>
          <a:srcRect b="0" l="0" r="0" t="0"/>
          <a:stretch/>
        </p:blipFill>
        <p:spPr>
          <a:xfrm>
            <a:off x="1174242" y="4023360"/>
            <a:ext cx="9843485" cy="649530"/>
          </a:xfrm>
          <a:prstGeom prst="rect">
            <a:avLst/>
          </a:prstGeom>
          <a:noFill/>
          <a:ln>
            <a:noFill/>
          </a:ln>
        </p:spPr>
      </p:pic>
      <p:sp>
        <p:nvSpPr>
          <p:cNvPr id="306" name="Google Shape;306;p22"/>
          <p:cNvSpPr txBox="1"/>
          <p:nvPr/>
        </p:nvSpPr>
        <p:spPr>
          <a:xfrm>
            <a:off x="502920" y="4983480"/>
            <a:ext cx="11155800" cy="55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500" u="none" cap="none" strike="noStrike">
                <a:solidFill>
                  <a:srgbClr val="262626"/>
                </a:solidFill>
                <a:latin typeface="Calibri"/>
                <a:ea typeface="Calibri"/>
                <a:cs typeface="Calibri"/>
                <a:sym typeface="Calibri"/>
              </a:rPr>
              <a:t>All noise is assumed zero-mean and Gaussian. Q and R are your design knobs</a:t>
            </a:r>
            <a:r>
              <a:rPr b="1" lang="en-US" sz="1500">
                <a:solidFill>
                  <a:srgbClr val="262626"/>
                </a:solidFill>
                <a:latin typeface="Calibri"/>
                <a:ea typeface="Calibri"/>
                <a:cs typeface="Calibri"/>
                <a:sym typeface="Calibri"/>
              </a:rPr>
              <a:t>,</a:t>
            </a:r>
            <a:r>
              <a:rPr b="1" i="0" lang="en-US" sz="1500" u="none" cap="none" strike="noStrike">
                <a:solidFill>
                  <a:srgbClr val="262626"/>
                </a:solidFill>
                <a:latin typeface="Calibri"/>
                <a:ea typeface="Calibri"/>
                <a:cs typeface="Calibri"/>
                <a:sym typeface="Calibri"/>
              </a:rPr>
              <a:t> not specs read off your devices. (</a:t>
            </a:r>
            <a:r>
              <a:rPr b="1" lang="en-US" sz="1500">
                <a:solidFill>
                  <a:srgbClr val="262626"/>
                </a:solidFill>
                <a:latin typeface="Calibri"/>
                <a:ea typeface="Calibri"/>
                <a:cs typeface="Calibri"/>
                <a:sym typeface="Calibri"/>
              </a:rPr>
              <a:t>How we much we trust the model and how much we trust the measurement)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3"/>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Reading the Notation</a:t>
            </a:r>
            <a:endParaRPr/>
          </a:p>
        </p:txBody>
      </p:sp>
      <p:sp>
        <p:nvSpPr>
          <p:cNvPr id="312" name="Google Shape;312;p23"/>
          <p:cNvSpPr txBox="1"/>
          <p:nvPr>
            <p:ph idx="1" type="body"/>
          </p:nvPr>
        </p:nvSpPr>
        <p:spPr>
          <a:xfrm>
            <a:off x="609600" y="1524000"/>
            <a:ext cx="10972800" cy="4648200"/>
          </a:xfrm>
          <a:prstGeom prst="rect">
            <a:avLst/>
          </a:prstGeom>
          <a:noFill/>
          <a:ln>
            <a:noFill/>
          </a:ln>
        </p:spPr>
        <p:txBody>
          <a:bodyPr anchorCtr="0" anchor="t" bIns="45700" lIns="91425" spcFirstLastPara="1" rIns="91425" wrap="square" tIns="45700">
            <a:normAutofit/>
          </a:bodyPr>
          <a:lstStyle/>
          <a:p>
            <a:pPr indent="-342900" lvl="0" marL="457200" rtl="0" algn="l">
              <a:lnSpc>
                <a:spcPct val="95000"/>
              </a:lnSpc>
              <a:spcBef>
                <a:spcPts val="1200"/>
              </a:spcBef>
              <a:spcAft>
                <a:spcPts val="0"/>
              </a:spcAft>
              <a:buSzPts val="1800"/>
              <a:buNone/>
            </a:pPr>
            <a:r>
              <a:rPr lang="en-US" sz="1600">
                <a:solidFill>
                  <a:srgbClr val="262626"/>
                </a:solidFill>
                <a:latin typeface="Calibri"/>
                <a:ea typeface="Calibri"/>
                <a:cs typeface="Calibri"/>
                <a:sym typeface="Calibri"/>
              </a:rPr>
              <a:t>X̂</a:t>
            </a:r>
            <a:r>
              <a:rPr lang="en-US" sz="1800">
                <a:solidFill>
                  <a:srgbClr val="1A1A1A"/>
                </a:solidFill>
                <a:latin typeface="Verdana"/>
                <a:ea typeface="Verdana"/>
                <a:cs typeface="Verdana"/>
                <a:sym typeface="Verdana"/>
              </a:rPr>
              <a:t>(a | b) — the estimate at time a, using information available through time b.</a:t>
            </a:r>
            <a:endParaRPr/>
          </a:p>
          <a:p>
            <a:pPr indent="-342900" lvl="0" marL="457200" rtl="0" algn="l">
              <a:lnSpc>
                <a:spcPct val="95000"/>
              </a:lnSpc>
              <a:spcBef>
                <a:spcPts val="1200"/>
              </a:spcBef>
              <a:spcAft>
                <a:spcPts val="0"/>
              </a:spcAft>
              <a:buSzPts val="1800"/>
              <a:buNone/>
            </a:pPr>
            <a:r>
              <a:rPr lang="en-US" sz="1800">
                <a:solidFill>
                  <a:srgbClr val="1A1A1A"/>
                </a:solidFill>
                <a:latin typeface="Verdana"/>
                <a:ea typeface="Verdana"/>
                <a:cs typeface="Verdana"/>
                <a:sym typeface="Verdana"/>
              </a:rPr>
              <a:t>The filter works in two phases: predict where the state is going, then use measurements</a:t>
            </a:r>
            <a:r>
              <a:rPr lang="en-US" sz="1800">
                <a:solidFill>
                  <a:srgbClr val="1A1A1A"/>
                </a:solidFill>
              </a:rPr>
              <a:t> </a:t>
            </a:r>
            <a:r>
              <a:rPr lang="en-US" sz="1800">
                <a:solidFill>
                  <a:srgbClr val="1A1A1A"/>
                </a:solidFill>
                <a:latin typeface="Verdana"/>
                <a:ea typeface="Verdana"/>
                <a:cs typeface="Verdana"/>
                <a:sym typeface="Verdana"/>
              </a:rPr>
              <a:t>to correct it. The bar tells you which phase you are looking at.</a:t>
            </a:r>
            <a:endParaRPr/>
          </a:p>
          <a:p>
            <a:pPr indent="-342900" lvl="0" marL="457200" rtl="0" algn="l">
              <a:lnSpc>
                <a:spcPct val="95000"/>
              </a:lnSpc>
              <a:spcBef>
                <a:spcPts val="1200"/>
              </a:spcBef>
              <a:spcAft>
                <a:spcPts val="0"/>
              </a:spcAft>
              <a:buSzPts val="1800"/>
              <a:buNone/>
            </a:pPr>
            <a:r>
              <a:t/>
            </a:r>
            <a:endParaRPr sz="1800">
              <a:solidFill>
                <a:srgbClr val="1A1A1A"/>
              </a:solidFill>
              <a:latin typeface="Verdana"/>
              <a:ea typeface="Verdana"/>
              <a:cs typeface="Verdana"/>
              <a:sym typeface="Verdana"/>
            </a:endParaRPr>
          </a:p>
          <a:p>
            <a:pPr indent="-342900" lvl="0" marL="457200" rtl="0" algn="l">
              <a:lnSpc>
                <a:spcPct val="95000"/>
              </a:lnSpc>
              <a:spcBef>
                <a:spcPts val="1200"/>
              </a:spcBef>
              <a:spcAft>
                <a:spcPts val="0"/>
              </a:spcAft>
              <a:buSzPts val="1800"/>
              <a:buNone/>
            </a:pPr>
            <a:r>
              <a:rPr b="1" lang="en-US" sz="1500">
                <a:solidFill>
                  <a:srgbClr val="1A1A1A"/>
                </a:solidFill>
                <a:latin typeface="Verdana"/>
                <a:ea typeface="Verdana"/>
                <a:cs typeface="Verdana"/>
                <a:sym typeface="Verdana"/>
              </a:rPr>
              <a:t>Two estimates per step:</a:t>
            </a:r>
            <a:endParaRPr/>
          </a:p>
          <a:p>
            <a:pPr indent="-342900" lvl="1" marL="914400" rtl="0" algn="l">
              <a:lnSpc>
                <a:spcPct val="95000"/>
              </a:lnSpc>
              <a:spcBef>
                <a:spcPts val="600"/>
              </a:spcBef>
              <a:spcAft>
                <a:spcPts val="0"/>
              </a:spcAft>
              <a:buSzPts val="1800"/>
              <a:buChar char="─"/>
            </a:pPr>
            <a:r>
              <a:rPr b="1" lang="en-US" sz="1600">
                <a:solidFill>
                  <a:srgbClr val="262626"/>
                </a:solidFill>
                <a:latin typeface="Calibri"/>
                <a:ea typeface="Calibri"/>
                <a:cs typeface="Calibri"/>
                <a:sym typeface="Calibri"/>
              </a:rPr>
              <a:t>X̂</a:t>
            </a:r>
            <a:r>
              <a:rPr b="1" lang="en-US" sz="1600">
                <a:solidFill>
                  <a:srgbClr val="1A1A1A"/>
                </a:solidFill>
                <a:latin typeface="Verdana"/>
                <a:ea typeface="Verdana"/>
                <a:cs typeface="Verdana"/>
                <a:sym typeface="Verdana"/>
              </a:rPr>
              <a:t>(k | k−1)</a:t>
            </a:r>
            <a:r>
              <a:rPr b="0" lang="en-US" sz="1600">
                <a:solidFill>
                  <a:srgbClr val="2D2D2D"/>
                </a:solidFill>
                <a:latin typeface="Verdana"/>
                <a:ea typeface="Verdana"/>
                <a:cs typeface="Verdana"/>
                <a:sym typeface="Verdana"/>
              </a:rPr>
              <a:t> — prediction: no step-k measurements yet</a:t>
            </a:r>
            <a:endParaRPr/>
          </a:p>
          <a:p>
            <a:pPr indent="-342900" lvl="1" marL="914400" rtl="0" algn="l">
              <a:lnSpc>
                <a:spcPct val="95000"/>
              </a:lnSpc>
              <a:spcBef>
                <a:spcPts val="600"/>
              </a:spcBef>
              <a:spcAft>
                <a:spcPts val="0"/>
              </a:spcAft>
              <a:buSzPts val="1800"/>
              <a:buChar char="─"/>
            </a:pPr>
            <a:r>
              <a:rPr b="1" lang="en-US" sz="1600">
                <a:solidFill>
                  <a:srgbClr val="262626"/>
                </a:solidFill>
                <a:latin typeface="Calibri"/>
                <a:ea typeface="Calibri"/>
                <a:cs typeface="Calibri"/>
                <a:sym typeface="Calibri"/>
              </a:rPr>
              <a:t>X̂</a:t>
            </a:r>
            <a:r>
              <a:rPr b="1" lang="en-US" sz="1600">
                <a:solidFill>
                  <a:srgbClr val="1A1A1A"/>
                </a:solidFill>
                <a:latin typeface="Verdana"/>
                <a:ea typeface="Verdana"/>
                <a:cs typeface="Verdana"/>
                <a:sym typeface="Verdana"/>
              </a:rPr>
              <a:t>(k | k)</a:t>
            </a:r>
            <a:r>
              <a:rPr b="0" lang="en-US" sz="1600">
                <a:solidFill>
                  <a:srgbClr val="2D2D2D"/>
                </a:solidFill>
                <a:latin typeface="Verdana"/>
                <a:ea typeface="Verdana"/>
                <a:cs typeface="Verdana"/>
                <a:sym typeface="Verdana"/>
              </a:rPr>
              <a:t> — corrected: step-k measurements applied</a:t>
            </a:r>
            <a:endParaRPr/>
          </a:p>
          <a:p>
            <a:pPr indent="-342900" lvl="1" marL="914400" rtl="0" algn="l">
              <a:lnSpc>
                <a:spcPct val="95000"/>
              </a:lnSpc>
              <a:spcBef>
                <a:spcPts val="600"/>
              </a:spcBef>
              <a:spcAft>
                <a:spcPts val="0"/>
              </a:spcAft>
              <a:buSzPts val="1800"/>
              <a:buChar char="─"/>
            </a:pPr>
            <a:r>
              <a:rPr b="1" lang="en-US" sz="1600">
                <a:solidFill>
                  <a:srgbClr val="1A1A1A"/>
                </a:solidFill>
                <a:latin typeface="Verdana"/>
                <a:ea typeface="Verdana"/>
                <a:cs typeface="Verdana"/>
                <a:sym typeface="Verdana"/>
              </a:rPr>
              <a:t>Same for P</a:t>
            </a:r>
            <a:r>
              <a:rPr b="0" lang="en-US" sz="1600">
                <a:solidFill>
                  <a:srgbClr val="2D2D2D"/>
                </a:solidFill>
                <a:latin typeface="Verdana"/>
                <a:ea typeface="Verdana"/>
                <a:cs typeface="Verdana"/>
                <a:sym typeface="Verdana"/>
              </a:rPr>
              <a:t> — P(k | k−1) predicted, P(k | k) corrected</a:t>
            </a:r>
            <a:endParaRPr/>
          </a:p>
          <a:p>
            <a:pPr indent="-342900" lvl="0" marL="457200" rtl="0" algn="l">
              <a:lnSpc>
                <a:spcPct val="95000"/>
              </a:lnSpc>
              <a:spcBef>
                <a:spcPts val="1200"/>
              </a:spcBef>
              <a:spcAft>
                <a:spcPts val="0"/>
              </a:spcAft>
              <a:buSzPts val="1800"/>
              <a:buNone/>
            </a:pPr>
            <a:r>
              <a:t/>
            </a:r>
            <a:endParaRPr b="0" sz="1600">
              <a:solidFill>
                <a:srgbClr val="2D2D2D"/>
              </a:solidFill>
              <a:latin typeface="Verdana"/>
              <a:ea typeface="Verdana"/>
              <a:cs typeface="Verdana"/>
              <a:sym typeface="Verdana"/>
            </a:endParaRPr>
          </a:p>
          <a:p>
            <a:pPr indent="-342900" lvl="0" marL="457200" rtl="0" algn="l">
              <a:lnSpc>
                <a:spcPct val="95000"/>
              </a:lnSpc>
              <a:spcBef>
                <a:spcPts val="1200"/>
              </a:spcBef>
              <a:spcAft>
                <a:spcPts val="0"/>
              </a:spcAft>
              <a:buSzPts val="1800"/>
              <a:buNone/>
            </a:pPr>
            <a:r>
              <a:rPr i="1" lang="en-US" sz="1300">
                <a:solidFill>
                  <a:srgbClr val="6B6B6B"/>
                </a:solidFill>
                <a:latin typeface="Verdana"/>
                <a:ea typeface="Verdana"/>
                <a:cs typeface="Verdana"/>
                <a:sym typeface="Verdana"/>
              </a:rPr>
              <a:t>Next iteration, this step’s (k | k) becomes (k−1 | k−1) — the loop feeds itself.</a:t>
            </a:r>
            <a:endParaRPr/>
          </a:p>
        </p:txBody>
      </p:sp>
      <p:sp>
        <p:nvSpPr>
          <p:cNvPr id="313" name="Google Shape;313;p23"/>
          <p:cNvSpPr txBox="1"/>
          <p:nvPr/>
        </p:nvSpPr>
        <p:spPr>
          <a:xfrm>
            <a:off x="0" y="6391656"/>
            <a:ext cx="612648" cy="393192"/>
          </a:xfrm>
          <a:prstGeom prst="rect">
            <a:avLst/>
          </a:prstGeom>
          <a:noFill/>
          <a:ln>
            <a:noFill/>
          </a:ln>
        </p:spPr>
        <p:txBody>
          <a:bodyPr anchorCtr="0" anchor="t" bIns="0" lIns="182875" spcFirstLastPara="1" rIns="0"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B6B6B"/>
                </a:solidFill>
                <a:latin typeface="Verdana"/>
                <a:ea typeface="Verdana"/>
                <a:cs typeface="Verdana"/>
                <a:sym typeface="Verdana"/>
              </a:rPr>
              <a:t>11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4"/>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Initializing the Filter</a:t>
            </a:r>
            <a:endParaRPr/>
          </a:p>
        </p:txBody>
      </p:sp>
      <p:sp>
        <p:nvSpPr>
          <p:cNvPr id="319" name="Google Shape;319;p24"/>
          <p:cNvSpPr txBox="1"/>
          <p:nvPr/>
        </p:nvSpPr>
        <p:spPr>
          <a:xfrm>
            <a:off x="0" y="6391656"/>
            <a:ext cx="612648" cy="393192"/>
          </a:xfrm>
          <a:prstGeom prst="rect">
            <a:avLst/>
          </a:prstGeom>
          <a:noFill/>
          <a:ln>
            <a:noFill/>
          </a:ln>
        </p:spPr>
        <p:txBody>
          <a:bodyPr anchorCtr="0" anchor="t" bIns="0" lIns="182875" spcFirstLastPara="1" rIns="0"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B6B6B"/>
                </a:solidFill>
                <a:latin typeface="Verdana"/>
                <a:ea typeface="Verdana"/>
                <a:cs typeface="Verdana"/>
                <a:sym typeface="Verdana"/>
              </a:rPr>
              <a:t>12</a:t>
            </a:r>
            <a:endParaRPr b="0" i="0" sz="1400" u="none" cap="none" strike="noStrike">
              <a:solidFill>
                <a:srgbClr val="000000"/>
              </a:solidFill>
              <a:latin typeface="Arial"/>
              <a:ea typeface="Arial"/>
              <a:cs typeface="Arial"/>
              <a:sym typeface="Arial"/>
            </a:endParaRPr>
          </a:p>
        </p:txBody>
      </p:sp>
      <p:sp>
        <p:nvSpPr>
          <p:cNvPr id="320" name="Google Shape;320;p24"/>
          <p:cNvSpPr txBox="1"/>
          <p:nvPr/>
        </p:nvSpPr>
        <p:spPr>
          <a:xfrm>
            <a:off x="502920" y="1371600"/>
            <a:ext cx="111556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500" u="none" cap="none" strike="noStrike">
                <a:solidFill>
                  <a:srgbClr val="262626"/>
                </a:solidFill>
                <a:latin typeface="Calibri"/>
                <a:ea typeface="Calibri"/>
                <a:cs typeface="Calibri"/>
                <a:sym typeface="Calibri"/>
              </a:rPr>
              <a:t>At start-up, the Kalman filter must be initialized with three things:</a:t>
            </a:r>
            <a:endParaRPr/>
          </a:p>
        </p:txBody>
      </p:sp>
      <p:sp>
        <p:nvSpPr>
          <p:cNvPr id="321" name="Google Shape;321;p24"/>
          <p:cNvSpPr txBox="1"/>
          <p:nvPr/>
        </p:nvSpPr>
        <p:spPr>
          <a:xfrm>
            <a:off x="914400" y="1965960"/>
            <a:ext cx="111556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262626"/>
                </a:solidFill>
                <a:latin typeface="Calibri"/>
                <a:ea typeface="Calibri"/>
                <a:cs typeface="Calibri"/>
                <a:sym typeface="Calibri"/>
              </a:rPr>
              <a:t>1.  An initial state estimate  X̂(0)</a:t>
            </a:r>
            <a:endParaRPr/>
          </a:p>
        </p:txBody>
      </p:sp>
      <p:sp>
        <p:nvSpPr>
          <p:cNvPr id="322" name="Google Shape;322;p24"/>
          <p:cNvSpPr txBox="1"/>
          <p:nvPr/>
        </p:nvSpPr>
        <p:spPr>
          <a:xfrm>
            <a:off x="914400" y="2468880"/>
            <a:ext cx="111556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262626"/>
                </a:solidFill>
                <a:latin typeface="Calibri"/>
                <a:ea typeface="Calibri"/>
                <a:cs typeface="Calibri"/>
                <a:sym typeface="Calibri"/>
              </a:rPr>
              <a:t>2.  An initial covariance estimate  P(0)  — typically the identity matrix</a:t>
            </a:r>
            <a:endParaRPr/>
          </a:p>
        </p:txBody>
      </p:sp>
      <p:sp>
        <p:nvSpPr>
          <p:cNvPr id="323" name="Google Shape;323;p24"/>
          <p:cNvSpPr txBox="1"/>
          <p:nvPr/>
        </p:nvSpPr>
        <p:spPr>
          <a:xfrm>
            <a:off x="914400" y="2971800"/>
            <a:ext cx="11155800" cy="3387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262626"/>
                </a:solidFill>
                <a:latin typeface="Calibri"/>
                <a:ea typeface="Calibri"/>
                <a:cs typeface="Calibri"/>
                <a:sym typeface="Calibri"/>
              </a:rPr>
              <a:t>3.  The process and measurement noise covariances</a:t>
            </a:r>
            <a:r>
              <a:rPr lang="en-US" sz="1600">
                <a:solidFill>
                  <a:srgbClr val="262626"/>
                </a:solidFill>
                <a:latin typeface="Calibri"/>
                <a:ea typeface="Calibri"/>
                <a:cs typeface="Calibri"/>
                <a:sym typeface="Calibri"/>
              </a:rPr>
              <a:t>,</a:t>
            </a:r>
            <a:r>
              <a:rPr b="0" i="0" lang="en-US" sz="1600" u="none" cap="none" strike="noStrike">
                <a:solidFill>
                  <a:srgbClr val="262626"/>
                </a:solidFill>
                <a:latin typeface="Calibri"/>
                <a:ea typeface="Calibri"/>
                <a:cs typeface="Calibri"/>
                <a:sym typeface="Calibri"/>
              </a:rPr>
              <a:t> Q and R</a:t>
            </a:r>
            <a:endParaRPr/>
          </a:p>
        </p:txBody>
      </p:sp>
      <p:sp>
        <p:nvSpPr>
          <p:cNvPr id="324" name="Google Shape;324;p24"/>
          <p:cNvSpPr txBox="1"/>
          <p:nvPr/>
        </p:nvSpPr>
        <p:spPr>
          <a:xfrm>
            <a:off x="502920" y="3794760"/>
            <a:ext cx="111556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500" u="none" cap="none" strike="noStrike">
                <a:solidFill>
                  <a:srgbClr val="262626"/>
                </a:solidFill>
                <a:latin typeface="Calibri"/>
                <a:ea typeface="Calibri"/>
                <a:cs typeface="Calibri"/>
                <a:sym typeface="Calibri"/>
              </a:rPr>
              <a:t>Never initialize P(0) to all zeros — the algorithm inverts matrices, and a zero covariance causes numerical trouble.</a:t>
            </a:r>
            <a:endParaRPr/>
          </a:p>
        </p:txBody>
      </p:sp>
      <p:sp>
        <p:nvSpPr>
          <p:cNvPr id="325" name="Google Shape;325;p24"/>
          <p:cNvSpPr txBox="1"/>
          <p:nvPr/>
        </p:nvSpPr>
        <p:spPr>
          <a:xfrm>
            <a:off x="502920" y="4526280"/>
            <a:ext cx="111556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500" u="none" cap="none" strike="noStrike">
                <a:solidFill>
                  <a:srgbClr val="262626"/>
                </a:solidFill>
                <a:latin typeface="Calibri"/>
                <a:ea typeface="Calibri"/>
                <a:cs typeface="Calibri"/>
                <a:sym typeface="Calibri"/>
              </a:rPr>
              <a:t>For simplicity, the process and measurement noise variables are assumed independent of each other — so Q and R are diagonal matrices.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25"/>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The EKF Algorithm</a:t>
            </a:r>
            <a:endParaRPr/>
          </a:p>
        </p:txBody>
      </p:sp>
      <p:sp>
        <p:nvSpPr>
          <p:cNvPr id="331" name="Google Shape;331;p25"/>
          <p:cNvSpPr txBox="1"/>
          <p:nvPr/>
        </p:nvSpPr>
        <p:spPr>
          <a:xfrm>
            <a:off x="0" y="6391656"/>
            <a:ext cx="612648" cy="393192"/>
          </a:xfrm>
          <a:prstGeom prst="rect">
            <a:avLst/>
          </a:prstGeom>
          <a:noFill/>
          <a:ln>
            <a:noFill/>
          </a:ln>
        </p:spPr>
        <p:txBody>
          <a:bodyPr anchorCtr="0" anchor="t" bIns="0" lIns="182875" spcFirstLastPara="1" rIns="0"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B6B6B"/>
                </a:solidFill>
                <a:latin typeface="Verdana"/>
                <a:ea typeface="Verdana"/>
                <a:cs typeface="Verdana"/>
                <a:sym typeface="Verdana"/>
              </a:rPr>
              <a:t>13</a:t>
            </a:r>
            <a:endParaRPr b="0" i="0" sz="1400" u="none" cap="none" strike="noStrike">
              <a:solidFill>
                <a:srgbClr val="000000"/>
              </a:solidFill>
              <a:latin typeface="Arial"/>
              <a:ea typeface="Arial"/>
              <a:cs typeface="Arial"/>
              <a:sym typeface="Arial"/>
            </a:endParaRPr>
          </a:p>
        </p:txBody>
      </p:sp>
      <p:sp>
        <p:nvSpPr>
          <p:cNvPr id="332" name="Google Shape;332;p25"/>
          <p:cNvSpPr txBox="1"/>
          <p:nvPr/>
        </p:nvSpPr>
        <p:spPr>
          <a:xfrm>
            <a:off x="502920" y="1325880"/>
            <a:ext cx="111556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500" u="none" cap="none" strike="noStrike">
                <a:solidFill>
                  <a:srgbClr val="262626"/>
                </a:solidFill>
                <a:latin typeface="Calibri"/>
                <a:ea typeface="Calibri"/>
                <a:cs typeface="Calibri"/>
                <a:sym typeface="Calibri"/>
              </a:rPr>
              <a:t>Every iteration: a model-only prediction, then a measurement-driven correction. Loop forever.</a:t>
            </a:r>
            <a:endParaRPr/>
          </a:p>
        </p:txBody>
      </p:sp>
      <p:sp>
        <p:nvSpPr>
          <p:cNvPr id="333" name="Google Shape;333;p25"/>
          <p:cNvSpPr txBox="1"/>
          <p:nvPr/>
        </p:nvSpPr>
        <p:spPr>
          <a:xfrm>
            <a:off x="594360" y="2103120"/>
            <a:ext cx="111556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262626"/>
                </a:solidFill>
                <a:latin typeface="Calibri"/>
                <a:ea typeface="Calibri"/>
                <a:cs typeface="Calibri"/>
                <a:sym typeface="Calibri"/>
              </a:rPr>
              <a:t>Prediction — no measurement data</a:t>
            </a:r>
            <a:endParaRPr/>
          </a:p>
        </p:txBody>
      </p:sp>
      <p:pic>
        <p:nvPicPr>
          <p:cNvPr descr="alg_p1.png" id="334" name="Google Shape;334;p25"/>
          <p:cNvPicPr preferRelativeResize="0"/>
          <p:nvPr/>
        </p:nvPicPr>
        <p:blipFill rotWithShape="1">
          <a:blip r:embed="rId3">
            <a:alphaModFix/>
          </a:blip>
          <a:srcRect b="0" l="0" r="0" t="0"/>
          <a:stretch/>
        </p:blipFill>
        <p:spPr>
          <a:xfrm>
            <a:off x="640080" y="2606039"/>
            <a:ext cx="3856883" cy="382693"/>
          </a:xfrm>
          <a:prstGeom prst="rect">
            <a:avLst/>
          </a:prstGeom>
          <a:noFill/>
          <a:ln>
            <a:noFill/>
          </a:ln>
        </p:spPr>
      </p:pic>
      <p:pic>
        <p:nvPicPr>
          <p:cNvPr descr="alg_p2.png" id="335" name="Google Shape;335;p25"/>
          <p:cNvPicPr preferRelativeResize="0"/>
          <p:nvPr/>
        </p:nvPicPr>
        <p:blipFill rotWithShape="1">
          <a:blip r:embed="rId4">
            <a:alphaModFix/>
          </a:blip>
          <a:srcRect b="0" l="0" r="0" t="0"/>
          <a:stretch/>
        </p:blipFill>
        <p:spPr>
          <a:xfrm>
            <a:off x="640080" y="3336205"/>
            <a:ext cx="3638914" cy="377701"/>
          </a:xfrm>
          <a:prstGeom prst="rect">
            <a:avLst/>
          </a:prstGeom>
          <a:noFill/>
          <a:ln>
            <a:noFill/>
          </a:ln>
        </p:spPr>
      </p:pic>
      <p:pic>
        <p:nvPicPr>
          <p:cNvPr descr="alg_p3.png" id="336" name="Google Shape;336;p25"/>
          <p:cNvPicPr preferRelativeResize="0"/>
          <p:nvPr/>
        </p:nvPicPr>
        <p:blipFill rotWithShape="1">
          <a:blip r:embed="rId5">
            <a:alphaModFix/>
          </a:blip>
          <a:srcRect b="0" l="0" r="0" t="0"/>
          <a:stretch/>
        </p:blipFill>
        <p:spPr>
          <a:xfrm>
            <a:off x="640080" y="4061379"/>
            <a:ext cx="5166360" cy="326121"/>
          </a:xfrm>
          <a:prstGeom prst="rect">
            <a:avLst/>
          </a:prstGeom>
          <a:noFill/>
          <a:ln>
            <a:noFill/>
          </a:ln>
        </p:spPr>
      </p:pic>
      <p:sp>
        <p:nvSpPr>
          <p:cNvPr id="337" name="Google Shape;337;p25"/>
          <p:cNvSpPr txBox="1"/>
          <p:nvPr/>
        </p:nvSpPr>
        <p:spPr>
          <a:xfrm>
            <a:off x="6263640" y="2103120"/>
            <a:ext cx="111556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600" u="none" cap="none" strike="noStrike">
                <a:solidFill>
                  <a:srgbClr val="262626"/>
                </a:solidFill>
                <a:latin typeface="Calibri"/>
                <a:ea typeface="Calibri"/>
                <a:cs typeface="Calibri"/>
                <a:sym typeface="Calibri"/>
              </a:rPr>
              <a:t>Update — correct with measurements</a:t>
            </a:r>
            <a:endParaRPr/>
          </a:p>
        </p:txBody>
      </p:sp>
      <p:pic>
        <p:nvPicPr>
          <p:cNvPr descr="alg_u1.png" id="338" name="Google Shape;338;p25"/>
          <p:cNvPicPr preferRelativeResize="0"/>
          <p:nvPr/>
        </p:nvPicPr>
        <p:blipFill rotWithShape="1">
          <a:blip r:embed="rId6">
            <a:alphaModFix/>
          </a:blip>
          <a:srcRect b="0" l="0" r="0" t="0"/>
          <a:stretch/>
        </p:blipFill>
        <p:spPr>
          <a:xfrm>
            <a:off x="6309359" y="2606039"/>
            <a:ext cx="4658875" cy="326121"/>
          </a:xfrm>
          <a:prstGeom prst="rect">
            <a:avLst/>
          </a:prstGeom>
          <a:noFill/>
          <a:ln>
            <a:noFill/>
          </a:ln>
        </p:spPr>
      </p:pic>
      <p:pic>
        <p:nvPicPr>
          <p:cNvPr descr="alg_u2.png" id="339" name="Google Shape;339;p25"/>
          <p:cNvPicPr preferRelativeResize="0"/>
          <p:nvPr/>
        </p:nvPicPr>
        <p:blipFill rotWithShape="1">
          <a:blip r:embed="rId7">
            <a:alphaModFix/>
          </a:blip>
          <a:srcRect b="0" l="0" r="0" t="0"/>
          <a:stretch/>
        </p:blipFill>
        <p:spPr>
          <a:xfrm>
            <a:off x="6309359" y="3279633"/>
            <a:ext cx="3452559" cy="326121"/>
          </a:xfrm>
          <a:prstGeom prst="rect">
            <a:avLst/>
          </a:prstGeom>
          <a:noFill/>
          <a:ln>
            <a:noFill/>
          </a:ln>
        </p:spPr>
      </p:pic>
      <p:pic>
        <p:nvPicPr>
          <p:cNvPr descr="alg_u3.png" id="340" name="Google Shape;340;p25"/>
          <p:cNvPicPr preferRelativeResize="0"/>
          <p:nvPr/>
        </p:nvPicPr>
        <p:blipFill rotWithShape="1">
          <a:blip r:embed="rId8">
            <a:alphaModFix/>
          </a:blip>
          <a:srcRect b="0" l="0" r="0" t="0"/>
          <a:stretch/>
        </p:blipFill>
        <p:spPr>
          <a:xfrm>
            <a:off x="6309359" y="3953226"/>
            <a:ext cx="4178012" cy="377701"/>
          </a:xfrm>
          <a:prstGeom prst="rect">
            <a:avLst/>
          </a:prstGeom>
          <a:noFill/>
          <a:ln>
            <a:noFill/>
          </a:ln>
        </p:spPr>
      </p:pic>
      <p:pic>
        <p:nvPicPr>
          <p:cNvPr descr="alg_u4.png" id="341" name="Google Shape;341;p25"/>
          <p:cNvPicPr preferRelativeResize="0"/>
          <p:nvPr/>
        </p:nvPicPr>
        <p:blipFill rotWithShape="1">
          <a:blip r:embed="rId9">
            <a:alphaModFix/>
          </a:blip>
          <a:srcRect b="0" l="0" r="0" t="0"/>
          <a:stretch/>
        </p:blipFill>
        <p:spPr>
          <a:xfrm>
            <a:off x="6309359" y="4678400"/>
            <a:ext cx="3540745" cy="361062"/>
          </a:xfrm>
          <a:prstGeom prst="rect">
            <a:avLst/>
          </a:prstGeom>
          <a:noFill/>
          <a:ln>
            <a:noFill/>
          </a:ln>
        </p:spPr>
      </p:pic>
      <p:pic>
        <p:nvPicPr>
          <p:cNvPr descr="alg_u5.png" id="342" name="Google Shape;342;p25"/>
          <p:cNvPicPr preferRelativeResize="0"/>
          <p:nvPr/>
        </p:nvPicPr>
        <p:blipFill rotWithShape="1">
          <a:blip r:embed="rId10">
            <a:alphaModFix/>
          </a:blip>
          <a:srcRect b="0" l="0" r="0" t="0"/>
          <a:stretch/>
        </p:blipFill>
        <p:spPr>
          <a:xfrm>
            <a:off x="6309359" y="5386935"/>
            <a:ext cx="4613950" cy="316137"/>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26"/>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Signal Flow Through the Filter</a:t>
            </a:r>
            <a:endParaRPr/>
          </a:p>
        </p:txBody>
      </p:sp>
      <p:sp>
        <p:nvSpPr>
          <p:cNvPr id="348" name="Google Shape;348;p26"/>
          <p:cNvSpPr txBox="1"/>
          <p:nvPr/>
        </p:nvSpPr>
        <p:spPr>
          <a:xfrm>
            <a:off x="0" y="6391656"/>
            <a:ext cx="612648" cy="393192"/>
          </a:xfrm>
          <a:prstGeom prst="rect">
            <a:avLst/>
          </a:prstGeom>
          <a:noFill/>
          <a:ln>
            <a:noFill/>
          </a:ln>
        </p:spPr>
        <p:txBody>
          <a:bodyPr anchorCtr="0" anchor="t" bIns="0" lIns="182875" spcFirstLastPara="1" rIns="0"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B6B6B"/>
                </a:solidFill>
                <a:latin typeface="Verdana"/>
                <a:ea typeface="Verdana"/>
                <a:cs typeface="Verdana"/>
                <a:sym typeface="Verdana"/>
              </a:rPr>
              <a:t>14</a:t>
            </a:r>
            <a:endParaRPr b="0" i="0" sz="1400" u="none" cap="none" strike="noStrike">
              <a:solidFill>
                <a:srgbClr val="000000"/>
              </a:solidFill>
              <a:latin typeface="Arial"/>
              <a:ea typeface="Arial"/>
              <a:cs typeface="Arial"/>
              <a:sym typeface="Arial"/>
            </a:endParaRPr>
          </a:p>
        </p:txBody>
      </p:sp>
      <p:pic>
        <p:nvPicPr>
          <p:cNvPr descr="fig_blockdiag.png" id="349" name="Google Shape;349;p26"/>
          <p:cNvPicPr preferRelativeResize="0"/>
          <p:nvPr/>
        </p:nvPicPr>
        <p:blipFill rotWithShape="1">
          <a:blip r:embed="rId3">
            <a:alphaModFix/>
          </a:blip>
          <a:srcRect b="0" l="0" r="0" t="0"/>
          <a:stretch/>
        </p:blipFill>
        <p:spPr>
          <a:xfrm>
            <a:off x="2621264" y="1417320"/>
            <a:ext cx="6949440" cy="3909059"/>
          </a:xfrm>
          <a:prstGeom prst="rect">
            <a:avLst/>
          </a:prstGeom>
          <a:noFill/>
          <a:ln>
            <a:noFill/>
          </a:ln>
        </p:spPr>
      </p:pic>
      <p:sp>
        <p:nvSpPr>
          <p:cNvPr id="350" name="Google Shape;350;p26"/>
          <p:cNvSpPr txBox="1"/>
          <p:nvPr/>
        </p:nvSpPr>
        <p:spPr>
          <a:xfrm>
            <a:off x="502920" y="5486400"/>
            <a:ext cx="11155680" cy="36576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1" lang="en-US" sz="1500" u="none" cap="none" strike="noStrike">
                <a:solidFill>
                  <a:srgbClr val="595959"/>
                </a:solidFill>
                <a:latin typeface="Calibri"/>
                <a:ea typeface="Calibri"/>
                <a:cs typeface="Calibri"/>
                <a:sym typeface="Calibri"/>
              </a:rPr>
              <a:t>The previous estimate updates A and C; measurements Z drive the correction; the output is always the pair (X̂, P).</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27"/>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The Gain Is the Trust Dial</a:t>
            </a:r>
            <a:endParaRPr/>
          </a:p>
        </p:txBody>
      </p:sp>
      <p:sp>
        <p:nvSpPr>
          <p:cNvPr id="356" name="Google Shape;356;p27"/>
          <p:cNvSpPr txBox="1"/>
          <p:nvPr>
            <p:ph idx="1" type="body"/>
          </p:nvPr>
        </p:nvSpPr>
        <p:spPr>
          <a:xfrm>
            <a:off x="609600" y="1524000"/>
            <a:ext cx="10972800" cy="4648200"/>
          </a:xfrm>
          <a:prstGeom prst="rect">
            <a:avLst/>
          </a:prstGeom>
          <a:noFill/>
          <a:ln>
            <a:noFill/>
          </a:ln>
        </p:spPr>
        <p:txBody>
          <a:bodyPr anchorCtr="0" anchor="t" bIns="45700" lIns="91425" spcFirstLastPara="1" rIns="91425" wrap="square" tIns="45700">
            <a:normAutofit/>
          </a:bodyPr>
          <a:lstStyle/>
          <a:p>
            <a:pPr indent="-342900" lvl="0" marL="457200" rtl="0" algn="l">
              <a:lnSpc>
                <a:spcPct val="95000"/>
              </a:lnSpc>
              <a:spcBef>
                <a:spcPts val="1200"/>
              </a:spcBef>
              <a:spcAft>
                <a:spcPts val="0"/>
              </a:spcAft>
              <a:buSzPts val="1800"/>
              <a:buNone/>
            </a:pPr>
            <a:r>
              <a:rPr lang="en-US" sz="1800">
                <a:solidFill>
                  <a:srgbClr val="1A1A1A"/>
                </a:solidFill>
                <a:latin typeface="Verdana"/>
                <a:ea typeface="Verdana"/>
                <a:cs typeface="Verdana"/>
                <a:sym typeface="Verdana"/>
              </a:rPr>
              <a:t>Look inside K = P·Cᵀ·S⁻¹ — the residual covariance S enters inverted.</a:t>
            </a:r>
            <a:endParaRPr/>
          </a:p>
          <a:p>
            <a:pPr indent="-342900" lvl="0" marL="457200" rtl="0" algn="l">
              <a:lnSpc>
                <a:spcPct val="95000"/>
              </a:lnSpc>
              <a:spcBef>
                <a:spcPts val="1200"/>
              </a:spcBef>
              <a:spcAft>
                <a:spcPts val="0"/>
              </a:spcAft>
              <a:buSzPts val="1800"/>
              <a:buNone/>
            </a:pPr>
            <a:r>
              <a:rPr lang="en-US" sz="1800">
                <a:solidFill>
                  <a:srgbClr val="1A1A1A"/>
                </a:solidFill>
                <a:latin typeface="Verdana"/>
                <a:ea typeface="Verdana"/>
                <a:cs typeface="Verdana"/>
                <a:sym typeface="Verdana"/>
              </a:rPr>
              <a:t>Big S means small K. And R sits right inside S — so declaring a sensor noisy directly</a:t>
            </a:r>
            <a:r>
              <a:rPr lang="en-US" sz="1800">
                <a:solidFill>
                  <a:srgbClr val="1A1A1A"/>
                </a:solidFill>
              </a:rPr>
              <a:t> </a:t>
            </a:r>
            <a:r>
              <a:rPr lang="en-US" sz="1800">
                <a:solidFill>
                  <a:srgbClr val="1A1A1A"/>
                </a:solidFill>
                <a:latin typeface="Verdana"/>
                <a:ea typeface="Verdana"/>
                <a:cs typeface="Verdana"/>
                <a:sym typeface="Verdana"/>
              </a:rPr>
              <a:t>shrinks the gain.</a:t>
            </a:r>
            <a:endParaRPr/>
          </a:p>
          <a:p>
            <a:pPr indent="-342900" lvl="0" marL="457200" rtl="0" algn="l">
              <a:lnSpc>
                <a:spcPct val="95000"/>
              </a:lnSpc>
              <a:spcBef>
                <a:spcPts val="1200"/>
              </a:spcBef>
              <a:spcAft>
                <a:spcPts val="0"/>
              </a:spcAft>
              <a:buSzPts val="1800"/>
              <a:buNone/>
            </a:pPr>
            <a:r>
              <a:t/>
            </a:r>
            <a:endParaRPr sz="1800">
              <a:solidFill>
                <a:srgbClr val="1A1A1A"/>
              </a:solidFill>
              <a:latin typeface="Verdana"/>
              <a:ea typeface="Verdana"/>
              <a:cs typeface="Verdana"/>
              <a:sym typeface="Verdana"/>
            </a:endParaRPr>
          </a:p>
          <a:p>
            <a:pPr indent="-342900" lvl="0" marL="457200" rtl="0" algn="l">
              <a:lnSpc>
                <a:spcPct val="95000"/>
              </a:lnSpc>
              <a:spcBef>
                <a:spcPts val="1200"/>
              </a:spcBef>
              <a:spcAft>
                <a:spcPts val="0"/>
              </a:spcAft>
              <a:buSzPts val="1800"/>
              <a:buNone/>
            </a:pPr>
            <a:r>
              <a:rPr b="1" lang="en-US" sz="1500">
                <a:solidFill>
                  <a:srgbClr val="1A1A1A"/>
                </a:solidFill>
                <a:latin typeface="Verdana"/>
                <a:ea typeface="Verdana"/>
                <a:cs typeface="Verdana"/>
                <a:sym typeface="Verdana"/>
              </a:rPr>
              <a:t>Follow it through to the correction x̂ + K·ε:</a:t>
            </a:r>
            <a:endParaRPr/>
          </a:p>
          <a:p>
            <a:pPr indent="-342900" lvl="1" marL="914400" rtl="0" algn="l">
              <a:lnSpc>
                <a:spcPct val="95000"/>
              </a:lnSpc>
              <a:spcBef>
                <a:spcPts val="600"/>
              </a:spcBef>
              <a:spcAft>
                <a:spcPts val="0"/>
              </a:spcAft>
              <a:buSzPts val="1800"/>
              <a:buChar char="─"/>
            </a:pPr>
            <a:r>
              <a:rPr b="1" lang="en-US" sz="1600">
                <a:solidFill>
                  <a:srgbClr val="1A1A1A"/>
                </a:solidFill>
                <a:latin typeface="Verdana"/>
                <a:ea typeface="Verdana"/>
                <a:cs typeface="Verdana"/>
                <a:sym typeface="Verdana"/>
              </a:rPr>
              <a:t>Big R</a:t>
            </a:r>
            <a:r>
              <a:rPr b="0" lang="en-US" sz="1600">
                <a:solidFill>
                  <a:srgbClr val="2D2D2D"/>
                </a:solidFill>
                <a:latin typeface="Verdana"/>
                <a:ea typeface="Verdana"/>
                <a:cs typeface="Verdana"/>
                <a:sym typeface="Verdana"/>
              </a:rPr>
              <a:t> — small gain: lean on the model, nudge toward the data</a:t>
            </a:r>
            <a:endParaRPr/>
          </a:p>
          <a:p>
            <a:pPr indent="-342900" lvl="1" marL="914400" rtl="0" algn="l">
              <a:lnSpc>
                <a:spcPct val="95000"/>
              </a:lnSpc>
              <a:spcBef>
                <a:spcPts val="600"/>
              </a:spcBef>
              <a:spcAft>
                <a:spcPts val="0"/>
              </a:spcAft>
              <a:buSzPts val="1800"/>
              <a:buChar char="─"/>
            </a:pPr>
            <a:r>
              <a:rPr b="1" lang="en-US" sz="1600">
                <a:solidFill>
                  <a:srgbClr val="1A1A1A"/>
                </a:solidFill>
                <a:latin typeface="Verdana"/>
                <a:ea typeface="Verdana"/>
                <a:cs typeface="Verdana"/>
                <a:sym typeface="Verdana"/>
              </a:rPr>
              <a:t>Small R</a:t>
            </a:r>
            <a:r>
              <a:rPr b="0" lang="en-US" sz="1600">
                <a:solidFill>
                  <a:srgbClr val="2D2D2D"/>
                </a:solidFill>
                <a:latin typeface="Verdana"/>
                <a:ea typeface="Verdana"/>
                <a:cs typeface="Verdana"/>
                <a:sym typeface="Verdana"/>
              </a:rPr>
              <a:t> — big gain: chase the measurements aggressively</a:t>
            </a:r>
            <a:endParaRPr/>
          </a:p>
          <a:p>
            <a:pPr indent="-342900" lvl="1" marL="914400" rtl="0" algn="l">
              <a:lnSpc>
                <a:spcPct val="95000"/>
              </a:lnSpc>
              <a:spcBef>
                <a:spcPts val="600"/>
              </a:spcBef>
              <a:spcAft>
                <a:spcPts val="0"/>
              </a:spcAft>
              <a:buSzPts val="1800"/>
              <a:buChar char="─"/>
            </a:pPr>
            <a:r>
              <a:rPr b="1" lang="en-US" sz="1600">
                <a:solidFill>
                  <a:srgbClr val="1A1A1A"/>
                </a:solidFill>
                <a:latin typeface="Verdana"/>
                <a:ea typeface="Verdana"/>
                <a:cs typeface="Verdana"/>
                <a:sym typeface="Verdana"/>
              </a:rPr>
              <a:t>Where Δt lives</a:t>
            </a:r>
            <a:r>
              <a:rPr b="0" lang="en-US" sz="1600">
                <a:solidFill>
                  <a:srgbClr val="2D2D2D"/>
                </a:solidFill>
                <a:latin typeface="Verdana"/>
                <a:ea typeface="Verdana"/>
                <a:cs typeface="Verdana"/>
                <a:sym typeface="Verdana"/>
              </a:rPr>
              <a:t> — inside A; ideally the filter runs on a fixed timer</a:t>
            </a:r>
            <a:endParaRPr/>
          </a:p>
          <a:p>
            <a:pPr indent="-342900" lvl="0" marL="457200" rtl="0" algn="l">
              <a:lnSpc>
                <a:spcPct val="95000"/>
              </a:lnSpc>
              <a:spcBef>
                <a:spcPts val="1200"/>
              </a:spcBef>
              <a:spcAft>
                <a:spcPts val="0"/>
              </a:spcAft>
              <a:buSzPts val="1800"/>
              <a:buNone/>
            </a:pPr>
            <a:r>
              <a:t/>
            </a:r>
            <a:endParaRPr b="0" sz="1600">
              <a:solidFill>
                <a:srgbClr val="2D2D2D"/>
              </a:solidFill>
              <a:latin typeface="Verdana"/>
              <a:ea typeface="Verdana"/>
              <a:cs typeface="Verdana"/>
              <a:sym typeface="Verdana"/>
            </a:endParaRPr>
          </a:p>
          <a:p>
            <a:pPr indent="-342900" lvl="0" marL="457200" rtl="0" algn="l">
              <a:lnSpc>
                <a:spcPct val="95000"/>
              </a:lnSpc>
              <a:spcBef>
                <a:spcPts val="1200"/>
              </a:spcBef>
              <a:spcAft>
                <a:spcPts val="0"/>
              </a:spcAft>
              <a:buSzPts val="1800"/>
              <a:buNone/>
            </a:pPr>
            <a:r>
              <a:rPr i="1" lang="en-US" sz="1300">
                <a:solidFill>
                  <a:srgbClr val="6B6B6B"/>
                </a:solidFill>
                <a:latin typeface="Verdana"/>
                <a:ea typeface="Verdana"/>
                <a:cs typeface="Verdana"/>
                <a:sym typeface="Verdana"/>
              </a:rPr>
              <a:t>The gain continuously balances trusting the model against trusting the data — and Q and R are how you set that balance.</a:t>
            </a:r>
            <a:endParaRPr/>
          </a:p>
        </p:txBody>
      </p:sp>
      <p:sp>
        <p:nvSpPr>
          <p:cNvPr id="357" name="Google Shape;357;p27"/>
          <p:cNvSpPr txBox="1"/>
          <p:nvPr/>
        </p:nvSpPr>
        <p:spPr>
          <a:xfrm>
            <a:off x="0" y="6391656"/>
            <a:ext cx="612648" cy="393192"/>
          </a:xfrm>
          <a:prstGeom prst="rect">
            <a:avLst/>
          </a:prstGeom>
          <a:noFill/>
          <a:ln>
            <a:noFill/>
          </a:ln>
        </p:spPr>
        <p:txBody>
          <a:bodyPr anchorCtr="0" anchor="t" bIns="0" lIns="182875" spcFirstLastPara="1" rIns="0"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B6B6B"/>
                </a:solidFill>
                <a:latin typeface="Verdana"/>
                <a:ea typeface="Verdana"/>
                <a:cs typeface="Verdana"/>
                <a:sym typeface="Verdana"/>
              </a:rPr>
              <a:t>15</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28"/>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Tuning Q</a:t>
            </a:r>
            <a:endParaRPr/>
          </a:p>
        </p:txBody>
      </p:sp>
      <p:sp>
        <p:nvSpPr>
          <p:cNvPr id="363" name="Google Shape;363;p28"/>
          <p:cNvSpPr txBox="1"/>
          <p:nvPr/>
        </p:nvSpPr>
        <p:spPr>
          <a:xfrm>
            <a:off x="0" y="6391656"/>
            <a:ext cx="612648" cy="393192"/>
          </a:xfrm>
          <a:prstGeom prst="rect">
            <a:avLst/>
          </a:prstGeom>
          <a:noFill/>
          <a:ln>
            <a:noFill/>
          </a:ln>
        </p:spPr>
        <p:txBody>
          <a:bodyPr anchorCtr="0" anchor="t" bIns="0" lIns="182875" spcFirstLastPara="1" rIns="0"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B6B6B"/>
                </a:solidFill>
                <a:latin typeface="Verdana"/>
                <a:ea typeface="Verdana"/>
                <a:cs typeface="Verdana"/>
                <a:sym typeface="Verdana"/>
              </a:rPr>
              <a:t>16</a:t>
            </a:r>
            <a:endParaRPr b="0" i="0" sz="1400" u="none" cap="none" strike="noStrike">
              <a:solidFill>
                <a:srgbClr val="000000"/>
              </a:solidFill>
              <a:latin typeface="Arial"/>
              <a:ea typeface="Arial"/>
              <a:cs typeface="Arial"/>
              <a:sym typeface="Arial"/>
            </a:endParaRPr>
          </a:p>
        </p:txBody>
      </p:sp>
      <p:sp>
        <p:nvSpPr>
          <p:cNvPr id="364" name="Google Shape;364;p28"/>
          <p:cNvSpPr txBox="1"/>
          <p:nvPr/>
        </p:nvSpPr>
        <p:spPr>
          <a:xfrm>
            <a:off x="502920" y="1298448"/>
            <a:ext cx="111556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500" u="none" cap="none" strike="noStrike">
                <a:solidFill>
                  <a:srgbClr val="262626"/>
                </a:solidFill>
                <a:latin typeface="Calibri"/>
                <a:ea typeface="Calibri"/>
                <a:cs typeface="Calibri"/>
                <a:sym typeface="Calibri"/>
              </a:rPr>
              <a:t>Consider a three-state system:</a:t>
            </a:r>
            <a:endParaRPr/>
          </a:p>
        </p:txBody>
      </p:sp>
      <p:pic>
        <p:nvPicPr>
          <p:cNvPr descr="X_3.png" id="365" name="Google Shape;365;p28"/>
          <p:cNvPicPr preferRelativeResize="0"/>
          <p:nvPr/>
        </p:nvPicPr>
        <p:blipFill rotWithShape="1">
          <a:blip r:embed="rId3">
            <a:alphaModFix/>
          </a:blip>
          <a:srcRect b="0" l="0" r="0" t="0"/>
          <a:stretch/>
        </p:blipFill>
        <p:spPr>
          <a:xfrm>
            <a:off x="4769859" y="1719072"/>
            <a:ext cx="2652250" cy="492303"/>
          </a:xfrm>
          <a:prstGeom prst="rect">
            <a:avLst/>
          </a:prstGeom>
          <a:noFill/>
          <a:ln>
            <a:noFill/>
          </a:ln>
        </p:spPr>
      </p:pic>
      <p:sp>
        <p:nvSpPr>
          <p:cNvPr id="366" name="Google Shape;366;p28"/>
          <p:cNvSpPr txBox="1"/>
          <p:nvPr/>
        </p:nvSpPr>
        <p:spPr>
          <a:xfrm>
            <a:off x="502920" y="2423160"/>
            <a:ext cx="111556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500" u="none" cap="none" strike="noStrike">
                <a:solidFill>
                  <a:srgbClr val="262626"/>
                </a:solidFill>
                <a:latin typeface="Calibri"/>
                <a:ea typeface="Calibri"/>
                <a:cs typeface="Calibri"/>
                <a:sym typeface="Calibri"/>
              </a:rPr>
              <a:t>Q is the covariance of the process noise — one diagonal entry per state:</a:t>
            </a:r>
            <a:endParaRPr/>
          </a:p>
        </p:txBody>
      </p:sp>
      <p:pic>
        <p:nvPicPr>
          <p:cNvPr descr="Q_mat.png" id="367" name="Google Shape;367;p28"/>
          <p:cNvPicPr preferRelativeResize="0"/>
          <p:nvPr/>
        </p:nvPicPr>
        <p:blipFill rotWithShape="1">
          <a:blip r:embed="rId4">
            <a:alphaModFix/>
          </a:blip>
          <a:srcRect b="0" l="0" r="0" t="0"/>
          <a:stretch/>
        </p:blipFill>
        <p:spPr>
          <a:xfrm>
            <a:off x="4670625" y="2843784"/>
            <a:ext cx="2850718" cy="1652179"/>
          </a:xfrm>
          <a:prstGeom prst="rect">
            <a:avLst/>
          </a:prstGeom>
          <a:noFill/>
          <a:ln>
            <a:noFill/>
          </a:ln>
        </p:spPr>
      </p:pic>
      <p:sp>
        <p:nvSpPr>
          <p:cNvPr id="368" name="Google Shape;368;p28"/>
          <p:cNvSpPr txBox="1"/>
          <p:nvPr/>
        </p:nvSpPr>
        <p:spPr>
          <a:xfrm>
            <a:off x="502920" y="4572000"/>
            <a:ext cx="111556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500" u="none" cap="none" strike="noStrike">
                <a:solidFill>
                  <a:srgbClr val="262626"/>
                </a:solidFill>
                <a:latin typeface="Calibri"/>
                <a:ea typeface="Calibri"/>
                <a:cs typeface="Calibri"/>
                <a:sym typeface="Calibri"/>
              </a:rPr>
              <a:t>Higher covariance in a state → generally faster filter response in that variable.</a:t>
            </a:r>
            <a:endParaRPr/>
          </a:p>
        </p:txBody>
      </p:sp>
      <p:sp>
        <p:nvSpPr>
          <p:cNvPr id="369" name="Google Shape;369;p28"/>
          <p:cNvSpPr txBox="1"/>
          <p:nvPr/>
        </p:nvSpPr>
        <p:spPr>
          <a:xfrm>
            <a:off x="502920" y="4983480"/>
            <a:ext cx="111556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500" u="none" cap="none" strike="noStrike">
                <a:solidFill>
                  <a:srgbClr val="262626"/>
                </a:solidFill>
                <a:latin typeface="Calibri"/>
                <a:ea typeface="Calibri"/>
                <a:cs typeface="Calibri"/>
                <a:sym typeface="Calibri"/>
              </a:rPr>
              <a:t>Analogous to changing the time constant of a low-pass filter — one knob per state.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29"/>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Tuning R</a:t>
            </a:r>
            <a:endParaRPr/>
          </a:p>
        </p:txBody>
      </p:sp>
      <p:sp>
        <p:nvSpPr>
          <p:cNvPr id="375" name="Google Shape;375;p29"/>
          <p:cNvSpPr txBox="1"/>
          <p:nvPr/>
        </p:nvSpPr>
        <p:spPr>
          <a:xfrm>
            <a:off x="0" y="6391656"/>
            <a:ext cx="612648" cy="393192"/>
          </a:xfrm>
          <a:prstGeom prst="rect">
            <a:avLst/>
          </a:prstGeom>
          <a:noFill/>
          <a:ln>
            <a:noFill/>
          </a:ln>
        </p:spPr>
        <p:txBody>
          <a:bodyPr anchorCtr="0" anchor="t" bIns="0" lIns="182875" spcFirstLastPara="1" rIns="0"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B6B6B"/>
                </a:solidFill>
                <a:latin typeface="Verdana"/>
                <a:ea typeface="Verdana"/>
                <a:cs typeface="Verdana"/>
                <a:sym typeface="Verdana"/>
              </a:rPr>
              <a:t>17</a:t>
            </a:r>
            <a:endParaRPr b="0" i="0" sz="1400" u="none" cap="none" strike="noStrike">
              <a:solidFill>
                <a:srgbClr val="000000"/>
              </a:solidFill>
              <a:latin typeface="Arial"/>
              <a:ea typeface="Arial"/>
              <a:cs typeface="Arial"/>
              <a:sym typeface="Arial"/>
            </a:endParaRPr>
          </a:p>
        </p:txBody>
      </p:sp>
      <p:sp>
        <p:nvSpPr>
          <p:cNvPr id="376" name="Google Shape;376;p29"/>
          <p:cNvSpPr txBox="1"/>
          <p:nvPr/>
        </p:nvSpPr>
        <p:spPr>
          <a:xfrm>
            <a:off x="502920" y="1298448"/>
            <a:ext cx="111556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500" u="none" cap="none" strike="noStrike">
                <a:solidFill>
                  <a:srgbClr val="262626"/>
                </a:solidFill>
                <a:latin typeface="Calibri"/>
                <a:ea typeface="Calibri"/>
                <a:cs typeface="Calibri"/>
                <a:sym typeface="Calibri"/>
              </a:rPr>
              <a:t>If there are two measurements:</a:t>
            </a:r>
            <a:endParaRPr/>
          </a:p>
        </p:txBody>
      </p:sp>
      <p:pic>
        <p:nvPicPr>
          <p:cNvPr descr="Z_2.png" id="377" name="Google Shape;377;p29"/>
          <p:cNvPicPr preferRelativeResize="0"/>
          <p:nvPr/>
        </p:nvPicPr>
        <p:blipFill rotWithShape="1">
          <a:blip r:embed="rId3">
            <a:alphaModFix/>
          </a:blip>
          <a:srcRect b="0" l="0" r="0" t="0"/>
          <a:stretch/>
        </p:blipFill>
        <p:spPr>
          <a:xfrm>
            <a:off x="5075293" y="1719072"/>
            <a:ext cx="2041382" cy="492303"/>
          </a:xfrm>
          <a:prstGeom prst="rect">
            <a:avLst/>
          </a:prstGeom>
          <a:noFill/>
          <a:ln>
            <a:noFill/>
          </a:ln>
        </p:spPr>
      </p:pic>
      <p:sp>
        <p:nvSpPr>
          <p:cNvPr id="378" name="Google Shape;378;p29"/>
          <p:cNvSpPr txBox="1"/>
          <p:nvPr/>
        </p:nvSpPr>
        <p:spPr>
          <a:xfrm>
            <a:off x="502920" y="2423160"/>
            <a:ext cx="111556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500" u="none" cap="none" strike="noStrike">
                <a:solidFill>
                  <a:srgbClr val="262626"/>
                </a:solidFill>
                <a:latin typeface="Calibri"/>
                <a:ea typeface="Calibri"/>
                <a:cs typeface="Calibri"/>
                <a:sym typeface="Calibri"/>
              </a:rPr>
              <a:t>R is the covariance of the measurement noise — one diagonal entry per measurement:</a:t>
            </a:r>
            <a:endParaRPr/>
          </a:p>
        </p:txBody>
      </p:sp>
      <p:pic>
        <p:nvPicPr>
          <p:cNvPr descr="R_mat.png" id="379" name="Google Shape;379;p29"/>
          <p:cNvPicPr preferRelativeResize="0"/>
          <p:nvPr/>
        </p:nvPicPr>
        <p:blipFill rotWithShape="1">
          <a:blip r:embed="rId4">
            <a:alphaModFix/>
          </a:blip>
          <a:srcRect b="0" l="0" r="0" t="0"/>
          <a:stretch/>
        </p:blipFill>
        <p:spPr>
          <a:xfrm>
            <a:off x="5090758" y="2843784"/>
            <a:ext cx="2010452" cy="1095438"/>
          </a:xfrm>
          <a:prstGeom prst="rect">
            <a:avLst/>
          </a:prstGeom>
          <a:noFill/>
          <a:ln>
            <a:noFill/>
          </a:ln>
        </p:spPr>
      </p:pic>
      <p:sp>
        <p:nvSpPr>
          <p:cNvPr id="380" name="Google Shape;380;p29"/>
          <p:cNvSpPr txBox="1"/>
          <p:nvPr/>
        </p:nvSpPr>
        <p:spPr>
          <a:xfrm>
            <a:off x="502920" y="4206240"/>
            <a:ext cx="111556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500" u="none" cap="none" strike="noStrike">
                <a:solidFill>
                  <a:srgbClr val="262626"/>
                </a:solidFill>
                <a:latin typeface="Calibri"/>
                <a:ea typeface="Calibri"/>
                <a:cs typeface="Calibri"/>
                <a:sym typeface="Calibri"/>
              </a:rPr>
              <a:t>Higher r → noisier signal → the filter reacts slower to that measurement, preventing the noise from reaching the output.</a:t>
            </a:r>
            <a:endParaRPr/>
          </a:p>
        </p:txBody>
      </p:sp>
      <p:sp>
        <p:nvSpPr>
          <p:cNvPr id="381" name="Google Shape;381;p29"/>
          <p:cNvSpPr txBox="1"/>
          <p:nvPr/>
        </p:nvSpPr>
        <p:spPr>
          <a:xfrm>
            <a:off x="502920" y="4800600"/>
            <a:ext cx="11155680" cy="3657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500" u="none" cap="none" strike="noStrike">
                <a:solidFill>
                  <a:srgbClr val="262626"/>
                </a:solidFill>
                <a:latin typeface="Calibri"/>
                <a:ea typeface="Calibri"/>
                <a:cs typeface="Calibri"/>
                <a:sym typeface="Calibri"/>
              </a:rPr>
              <a:t>Lower r → less noise → the filter is more responsive to that measurement.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30"/>
          <p:cNvSpPr txBox="1"/>
          <p:nvPr>
            <p:ph type="title"/>
          </p:nvPr>
        </p:nvSpPr>
        <p:spPr>
          <a:xfrm>
            <a:off x="609600" y="351367"/>
            <a:ext cx="10972800" cy="800100"/>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Clr>
                <a:srgbClr val="262626"/>
              </a:buClr>
              <a:buSzPts val="1800"/>
              <a:buNone/>
            </a:pPr>
            <a:r>
              <a:rPr lang="en-US"/>
              <a:t>An Observer, Not a Controller</a:t>
            </a:r>
            <a:endParaRPr/>
          </a:p>
        </p:txBody>
      </p:sp>
      <p:sp>
        <p:nvSpPr>
          <p:cNvPr id="387" name="Google Shape;387;p30"/>
          <p:cNvSpPr txBox="1"/>
          <p:nvPr>
            <p:ph idx="1" type="body"/>
          </p:nvPr>
        </p:nvSpPr>
        <p:spPr>
          <a:xfrm>
            <a:off x="609600" y="1524000"/>
            <a:ext cx="10972800" cy="4648200"/>
          </a:xfrm>
          <a:prstGeom prst="rect">
            <a:avLst/>
          </a:prstGeom>
          <a:noFill/>
          <a:ln>
            <a:noFill/>
          </a:ln>
        </p:spPr>
        <p:txBody>
          <a:bodyPr anchorCtr="0" anchor="t" bIns="45700" lIns="91425" spcFirstLastPara="1" rIns="91425" wrap="square" tIns="45700">
            <a:normAutofit/>
          </a:bodyPr>
          <a:lstStyle/>
          <a:p>
            <a:pPr indent="-342900" lvl="0" marL="457200" rtl="0" algn="l">
              <a:lnSpc>
                <a:spcPct val="95000"/>
              </a:lnSpc>
              <a:spcBef>
                <a:spcPts val="1200"/>
              </a:spcBef>
              <a:spcAft>
                <a:spcPts val="0"/>
              </a:spcAft>
              <a:buSzPts val="1800"/>
              <a:buNone/>
            </a:pPr>
            <a:r>
              <a:rPr lang="en-US" sz="1800">
                <a:solidFill>
                  <a:srgbClr val="1A1A1A"/>
                </a:solidFill>
                <a:latin typeface="Verdana"/>
                <a:ea typeface="Verdana"/>
                <a:cs typeface="Verdana"/>
                <a:sym typeface="Verdana"/>
              </a:rPr>
              <a:t>Adaptive cruise control needs the position and velocity of the car ahead. Our lidar pipeline measures only position.</a:t>
            </a:r>
            <a:endParaRPr/>
          </a:p>
          <a:p>
            <a:pPr indent="-342900" lvl="0" marL="457200" rtl="0" algn="l">
              <a:lnSpc>
                <a:spcPct val="95000"/>
              </a:lnSpc>
              <a:spcBef>
                <a:spcPts val="1200"/>
              </a:spcBef>
              <a:spcAft>
                <a:spcPts val="0"/>
              </a:spcAft>
              <a:buSzPts val="1800"/>
              <a:buNone/>
            </a:pPr>
            <a:r>
              <a:rPr lang="en-US" sz="1800">
                <a:solidFill>
                  <a:srgbClr val="1A1A1A"/>
                </a:solidFill>
                <a:latin typeface="Verdana"/>
                <a:ea typeface="Verdana"/>
                <a:cs typeface="Verdana"/>
                <a:sym typeface="Verdana"/>
              </a:rPr>
              <a:t>Feed positions into the EKF; out come estimated position and velocity, with a confidence</a:t>
            </a:r>
            <a:r>
              <a:rPr lang="en-US" sz="1800">
                <a:solidFill>
                  <a:srgbClr val="1A1A1A"/>
                </a:solidFill>
              </a:rPr>
              <a:t> </a:t>
            </a:r>
            <a:r>
              <a:rPr lang="en-US" sz="1800">
                <a:solidFill>
                  <a:srgbClr val="1A1A1A"/>
                </a:solidFill>
                <a:latin typeface="Verdana"/>
                <a:ea typeface="Verdana"/>
                <a:cs typeface="Verdana"/>
                <a:sym typeface="Verdana"/>
              </a:rPr>
              <a:t>attached. The controller is a separate module that consumes that estimate.</a:t>
            </a:r>
            <a:endParaRPr/>
          </a:p>
          <a:p>
            <a:pPr indent="-342900" lvl="0" marL="457200" rtl="0" algn="l">
              <a:lnSpc>
                <a:spcPct val="95000"/>
              </a:lnSpc>
              <a:spcBef>
                <a:spcPts val="1200"/>
              </a:spcBef>
              <a:spcAft>
                <a:spcPts val="0"/>
              </a:spcAft>
              <a:buSzPts val="1800"/>
              <a:buNone/>
            </a:pPr>
            <a:r>
              <a:t/>
            </a:r>
            <a:endParaRPr sz="1800">
              <a:solidFill>
                <a:srgbClr val="1A1A1A"/>
              </a:solidFill>
              <a:latin typeface="Verdana"/>
              <a:ea typeface="Verdana"/>
              <a:cs typeface="Verdana"/>
              <a:sym typeface="Verdana"/>
            </a:endParaRPr>
          </a:p>
          <a:p>
            <a:pPr indent="-342900" lvl="0" marL="457200" rtl="0" algn="l">
              <a:lnSpc>
                <a:spcPct val="95000"/>
              </a:lnSpc>
              <a:spcBef>
                <a:spcPts val="1200"/>
              </a:spcBef>
              <a:spcAft>
                <a:spcPts val="0"/>
              </a:spcAft>
              <a:buSzPts val="1800"/>
              <a:buNone/>
            </a:pPr>
            <a:r>
              <a:rPr b="1" lang="en-US" sz="1500">
                <a:solidFill>
                  <a:srgbClr val="1A1A1A"/>
                </a:solidFill>
                <a:latin typeface="Verdana"/>
                <a:ea typeface="Verdana"/>
                <a:cs typeface="Verdana"/>
                <a:sym typeface="Verdana"/>
              </a:rPr>
              <a:t>Keep the modules separate:</a:t>
            </a:r>
            <a:endParaRPr/>
          </a:p>
          <a:p>
            <a:pPr indent="-342900" lvl="1" marL="914400" rtl="0" algn="l">
              <a:lnSpc>
                <a:spcPct val="95000"/>
              </a:lnSpc>
              <a:spcBef>
                <a:spcPts val="600"/>
              </a:spcBef>
              <a:spcAft>
                <a:spcPts val="0"/>
              </a:spcAft>
              <a:buSzPts val="1800"/>
              <a:buChar char="─"/>
            </a:pPr>
            <a:r>
              <a:rPr b="1" lang="en-US" sz="1600">
                <a:solidFill>
                  <a:srgbClr val="1A1A1A"/>
                </a:solidFill>
                <a:latin typeface="Verdana"/>
                <a:ea typeface="Verdana"/>
                <a:cs typeface="Verdana"/>
                <a:sym typeface="Verdana"/>
              </a:rPr>
              <a:t>EKF</a:t>
            </a:r>
            <a:r>
              <a:rPr b="0" lang="en-US" sz="1600">
                <a:solidFill>
                  <a:srgbClr val="2D2D2D"/>
                </a:solidFill>
                <a:latin typeface="Verdana"/>
                <a:ea typeface="Verdana"/>
                <a:cs typeface="Verdana"/>
                <a:sym typeface="Verdana"/>
              </a:rPr>
              <a:t> — independent observer: measurements in, estimate out</a:t>
            </a:r>
            <a:endParaRPr/>
          </a:p>
          <a:p>
            <a:pPr indent="0" lvl="0" marL="914400" rtl="0" algn="l">
              <a:lnSpc>
                <a:spcPct val="95000"/>
              </a:lnSpc>
              <a:spcBef>
                <a:spcPts val="600"/>
              </a:spcBef>
              <a:spcAft>
                <a:spcPts val="0"/>
              </a:spcAft>
              <a:buNone/>
            </a:pPr>
            <a:r>
              <a:t/>
            </a:r>
            <a:endParaRPr/>
          </a:p>
          <a:p>
            <a:pPr indent="-342900" lvl="0" marL="457200" rtl="0" algn="l">
              <a:lnSpc>
                <a:spcPct val="95000"/>
              </a:lnSpc>
              <a:spcBef>
                <a:spcPts val="1200"/>
              </a:spcBef>
              <a:spcAft>
                <a:spcPts val="0"/>
              </a:spcAft>
              <a:buSzPts val="1800"/>
              <a:buNone/>
            </a:pPr>
            <a:r>
              <a:t/>
            </a:r>
            <a:endParaRPr b="0" sz="1600">
              <a:solidFill>
                <a:srgbClr val="2D2D2D"/>
              </a:solidFill>
              <a:latin typeface="Verdana"/>
              <a:ea typeface="Verdana"/>
              <a:cs typeface="Verdana"/>
              <a:sym typeface="Verdana"/>
            </a:endParaRPr>
          </a:p>
          <a:p>
            <a:pPr indent="-342900" lvl="0" marL="457200" rtl="0" algn="l">
              <a:lnSpc>
                <a:spcPct val="95000"/>
              </a:lnSpc>
              <a:spcBef>
                <a:spcPts val="1200"/>
              </a:spcBef>
              <a:spcAft>
                <a:spcPts val="0"/>
              </a:spcAft>
              <a:buSzPts val="1800"/>
              <a:buNone/>
            </a:pPr>
            <a:r>
              <a:rPr i="1" lang="en-US" sz="1300">
                <a:solidFill>
                  <a:srgbClr val="6B6B6B"/>
                </a:solidFill>
                <a:latin typeface="Verdana"/>
                <a:ea typeface="Verdana"/>
                <a:cs typeface="Verdana"/>
                <a:sym typeface="Verdana"/>
              </a:rPr>
              <a:t>Don’t worry if it hasn’t all clicked — the homework ties the theory to a working implementation.</a:t>
            </a:r>
            <a:endParaRPr/>
          </a:p>
        </p:txBody>
      </p:sp>
      <p:sp>
        <p:nvSpPr>
          <p:cNvPr id="388" name="Google Shape;388;p30"/>
          <p:cNvSpPr txBox="1"/>
          <p:nvPr/>
        </p:nvSpPr>
        <p:spPr>
          <a:xfrm>
            <a:off x="0" y="6391656"/>
            <a:ext cx="612648" cy="393192"/>
          </a:xfrm>
          <a:prstGeom prst="rect">
            <a:avLst/>
          </a:prstGeom>
          <a:noFill/>
          <a:ln>
            <a:noFill/>
          </a:ln>
        </p:spPr>
        <p:txBody>
          <a:bodyPr anchorCtr="0" anchor="t" bIns="0" lIns="182875" spcFirstLastPara="1" rIns="0"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6B6B6B"/>
                </a:solidFill>
                <a:latin typeface="Verdana"/>
                <a:ea typeface="Verdana"/>
                <a:cs typeface="Verdana"/>
                <a:sym typeface="Verdana"/>
              </a:rPr>
              <a:t>18</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PI-White">
  <a:themeElements>
    <a:clrScheme name="Custom 2">
      <a:dk1>
        <a:srgbClr val="000000"/>
      </a:dk1>
      <a:lt1>
        <a:srgbClr val="FFFFFF"/>
      </a:lt1>
      <a:dk2>
        <a:srgbClr val="6D6D6D"/>
      </a:dk2>
      <a:lt2>
        <a:srgbClr val="947A4F"/>
      </a:lt2>
      <a:accent1>
        <a:srgbClr val="625135"/>
      </a:accent1>
      <a:accent2>
        <a:srgbClr val="B2B7BB"/>
      </a:accent2>
      <a:accent3>
        <a:srgbClr val="2C6A8C"/>
      </a:accent3>
      <a:accent4>
        <a:srgbClr val="000000"/>
      </a:accent4>
      <a:accent5>
        <a:srgbClr val="46A0DC"/>
      </a:accent5>
      <a:accent6>
        <a:srgbClr val="6D6D6D"/>
      </a:accent6>
      <a:hlink>
        <a:srgbClr val="46A0DC"/>
      </a:hlink>
      <a:folHlink>
        <a:srgbClr val="808D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WPI-White">
  <a:themeElements>
    <a:clrScheme name="Custom 2">
      <a:dk1>
        <a:srgbClr val="000000"/>
      </a:dk1>
      <a:lt1>
        <a:srgbClr val="FFFFFF"/>
      </a:lt1>
      <a:dk2>
        <a:srgbClr val="6D6D6D"/>
      </a:dk2>
      <a:lt2>
        <a:srgbClr val="947A4F"/>
      </a:lt2>
      <a:accent1>
        <a:srgbClr val="625135"/>
      </a:accent1>
      <a:accent2>
        <a:srgbClr val="B2B7BB"/>
      </a:accent2>
      <a:accent3>
        <a:srgbClr val="2C6A8C"/>
      </a:accent3>
      <a:accent4>
        <a:srgbClr val="000000"/>
      </a:accent4>
      <a:accent5>
        <a:srgbClr val="46A0DC"/>
      </a:accent5>
      <a:accent6>
        <a:srgbClr val="6D6D6D"/>
      </a:accent6>
      <a:hlink>
        <a:srgbClr val="46A0DC"/>
      </a:hlink>
      <a:folHlink>
        <a:srgbClr val="808D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WPI-White">
  <a:themeElements>
    <a:clrScheme name="Custom 2">
      <a:dk1>
        <a:srgbClr val="000000"/>
      </a:dk1>
      <a:lt1>
        <a:srgbClr val="FFFFFF"/>
      </a:lt1>
      <a:dk2>
        <a:srgbClr val="6D6D6D"/>
      </a:dk2>
      <a:lt2>
        <a:srgbClr val="947A4F"/>
      </a:lt2>
      <a:accent1>
        <a:srgbClr val="625135"/>
      </a:accent1>
      <a:accent2>
        <a:srgbClr val="B2B7BB"/>
      </a:accent2>
      <a:accent3>
        <a:srgbClr val="2C6A8C"/>
      </a:accent3>
      <a:accent4>
        <a:srgbClr val="000000"/>
      </a:accent4>
      <a:accent5>
        <a:srgbClr val="46A0DC"/>
      </a:accent5>
      <a:accent6>
        <a:srgbClr val="6D6D6D"/>
      </a:accent6>
      <a:hlink>
        <a:srgbClr val="46A0DC"/>
      </a:hlink>
      <a:folHlink>
        <a:srgbClr val="808D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2015-05-27T13:16:15Z</dcterms:created>
  <dc:creator>Melissa</dc:creator>
</cp:coreProperties>
</file>