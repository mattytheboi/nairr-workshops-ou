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ppt/metadata" ContentType="application/binary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  <p:sldMasterId id="2147483660" r:id="rId5"/>
    <p:sldMasterId id="2147483672" r:id="rId6"/>
  </p:sldMasterIdLst>
  <p:notesMasterIdLst>
    <p:notesMasterId r:id="rId7"/>
  </p:notesMasterIdLst>
  <p:sldIdLst>
    <p:sldId id="256" r:id="rId8"/>
    <p:sldId id="257" r:id="rId10"/>
    <p:sldId id="258" r:id="rId11"/>
    <p:sldId id="259" r:id="rId12"/>
    <p:sldId id="260" r:id="rId13"/>
    <p:sldId id="261" r:id="rId14"/>
    <p:sldId id="262" r:id="rId15"/>
    <p:sldId id="263" r:id="rId16"/>
    <p:sldId id="264" r:id="rId9"/>
    <p:sldId id="265" r:id="rId18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720">
          <p15:clr>
            <a:srgbClr val="A4A3A4"/>
          </p15:clr>
        </p15:guide>
        <p15:guide id="2" orient="horz" pos="960">
          <p15:clr>
            <a:srgbClr val="A4A3A4"/>
          </p15:clr>
        </p15:guide>
        <p15:guide id="3" orient="horz" pos="3888">
          <p15:clr>
            <a:srgbClr val="A4A3A4"/>
          </p15:clr>
        </p15:guide>
        <p15:guide id="4" pos="456">
          <p15:clr>
            <a:srgbClr val="A4A3A4"/>
          </p15:clr>
        </p15:guide>
        <p15:guide id="5" pos="7296">
          <p15:clr>
            <a:srgbClr val="A4A3A4"/>
          </p15:clr>
        </p15:guide>
      </p15:sldGuideLst>
    </p:ext>
    <p:ext uri="{2D200454-40CA-4A62-9FC3-DE9A4176ACB9}">
      <p15:notesGuideLst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  <p:ext uri="GoogleSlidesCustomDataVersion2">
      <go:slidesCustomData xmlns:go="http://customooxmlschemas.google.com/" r:id="rId17" roundtripDataSignature="AMtx7mhIHJkvAptTC/GWESTxnyggYrQG7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720" orient="horz"/>
        <p:guide pos="960" orient="horz"/>
        <p:guide pos="3888" orient="horz"/>
        <p:guide pos="456"/>
        <p:guide pos="7296"/>
      </p:guideLst>
    </p:cSldViewPr>
  </p:slideViewPr>
  <p:notesViewPr>
    <p:cSldViewPr snapToGrid="0">
      <p:cViewPr varScale="1">
        <p:scale>
          <a:sx n="100" d="100"/>
          <a:sy n="100" d="100"/>
        </p:scale>
        <p:origin x="0" y="0"/>
      </p:cViewPr>
      <p:guideLst>
        <p:guide pos="2880" orient="horz"/>
        <p:guide pos="2160"/>
      </p:guideLst>
    </p:cSldViewPr>
  </p:notes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3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slideMaster" Target="slideMasters/slideMaster2.xml"/><Relationship Id="rId6" Type="http://schemas.openxmlformats.org/officeDocument/2006/relationships/slideMaster" Target="slideMasters/slideMaster3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9.xml"/><Relationship Id="rId10" Type="http://schemas.openxmlformats.org/officeDocument/2006/relationships/slide" Target="slides/slide2.xml"/><Relationship Id="rId11" Type="http://schemas.openxmlformats.org/officeDocument/2006/relationships/slide" Target="slides/slide3.xml"/><Relationship Id="rId12" Type="http://schemas.openxmlformats.org/officeDocument/2006/relationships/slide" Target="slides/slide4.xml"/><Relationship Id="rId13" Type="http://schemas.openxmlformats.org/officeDocument/2006/relationships/slide" Target="slides/slide5.xml"/><Relationship Id="rId14" Type="http://schemas.openxmlformats.org/officeDocument/2006/relationships/slide" Target="slides/slide6.xml"/><Relationship Id="rId15" Type="http://schemas.openxmlformats.org/officeDocument/2006/relationships/slide" Target="slides/slide7.xml"/><Relationship Id="rId16" Type="http://schemas.openxmlformats.org/officeDocument/2006/relationships/slide" Target="slides/slide8.xml"/><Relationship Id="rId17" Type="http://customschemas.google.com/relationships/presentationmetadata" Target="metadata"/><Relationship Id="rId18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1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03" name="Google Shape;203;p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04" name="Google Shape;204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r>
              <a:t>Open here. Remind them where we are in the arc: 4.2 detected per frame, N1 fused the sensors, N2 estimated, N3 tracked. Every one of those is PERCEPTION — understanding the world. This lecture is the pivot to ACTION: turning that understanding into a steering command. Keep it to ~30 min; the depth is in the notebook.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Call back explicitly to N2's last slide ('an observer, not a controller'). That module IS this lecture. Frame the job narrowly: we are NOT planning the route (that was 4.2's A*); we are EXECUTING it — given a path and where we are, output a steering angle each tick. Stress 'no learning': these are 1980s-90s geometry, still shipping in real cars today, because they're simple and debuggable. Set up the two we'll cover: pure pursuit and Stanley.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Motivate the abstraction: a real car has 4 wheels, suspension, tire slip — intractable. The bicycle model collapses each axle to one wheel and ignores slip (valid at workshop speeds). Point at the figure: rear axle is the reference point, the front wheel turns by delta, wheelbase L sets how sharply heading changes. Four numbers describe the car: position x,y, heading psi, speed v. Two inputs: steering and acceleration. Tell them the equations are next.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Walk the equations left to right. x-dot and y-dot: the car moves in the direction it's pointing at speed v — pure trigonometry. psi-dot = (v/L) tan(delta) is the only subtle one: turn the wheel and heading changes FASTER the faster you go and the SHORTER the wheelbase — that's why a bus needs a bigger turning circle than a go-kart. v-dot = a is just throttle/brake. Emphasize there's no force or mass here — it's KINEMATIC, geometry of motion, not dynamics. In code it's one Euler step; mention RK4 if someone asks about accuracy.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Best intuition: it's how a human drives — you don't stare at your bumper, you look down the road at a point and aim for it. Pick a point on the path a fixed distance L_d ahead (the figure), steer to follow a circular arc to it. The ONE knob is L_d. Make them feel the tradeoff before the math: short lookahead = you react to every wiggle = twitchy/oscillates; long lookahead = you smooth everything out but cut corners. This sets up the tuning-sweep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Two lines. First, alpha: the angle between where we're pointing and the lookahead point (atan2 of the relative position, minus our heading). Second, the steering law: delta = arctan(2L sin alpha / L_d). Where it comes from: there's a unique circle through the rear axle that passes through the lookahead point; its curvature is 2 sin(alpha)/L_d, and arctan(L * curvature) gives the wheel angle for the bicycle model. Don't belabor the geometry proof — the takeaway is delta falls out of pure geometry, and L_d in the denominator is exactly why bigger lookahead = gentler steering.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History hook: this is the controller on Stanley, the VW that won the 2005 DARPA Grand Challenge — students like that. Key difference from pure pursuit: it references the FRONT axle and it looks at TWO errors at once — how wrong the heading is AND how far off the path you are laterally. Point at the figure: Stanley's cross-track error curve sits lower than pure pursuit's — it hugs the path tighter. Trade-off: it can be more aggressive/sensitive to noise.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Read it as two jobs added together. Term one, (psi_path - psi): just align with the path's direction. Term two, arctan(k e / v): if you're off the line by e meters, steer back; gain k sets how hard. Two things to highlight: the arctan keeps the correction bounded (never commands an insane angle for a big error), and dividing by v means at high speed the SAME lateral error produces a GENTLER correction — which is what keeps it stable fast. Contrast with pure pursuit's single geometric law: Stanley is explicit error feedback.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This figure is REAL output from the notebook — three pure-pursuit runs at lookahead 3, 8, 20 m. Walk the curves: the short one tracks tightly but you can see it wiggling; the long one is smooth but bows out on the turns (cuts corners); 8 m is the sweet spot. The lesson generalizes to every controller: there's no free lunch, you trade responsiveness against smoothness, and the right value depends on speed. In the notebook they get to drag this knob themselves — encourage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Close the lecture by grounding it. Everything so far was a clean synthetic course — good for LEARNING. But the same pure-pursuit code, unchanged, tracks the real trajectory the KITTI car drove (drive 0005). Point at the bird's-eye plot — note the convention flips to forward-UP to match N3, so the whole workshop shares one view. Then the hand-off: 'in the capstone we drive this exact route, but now there are cars in the way — that's where perception and control finally meet.' Transition to N5.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8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Relationship Id="rId3" Type="http://schemas.openxmlformats.org/officeDocument/2006/relationships/image" Target="../media/image8.png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.png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3.png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2.png"/><Relationship Id="rId3" Type="http://schemas.openxmlformats.org/officeDocument/2006/relationships/image" Target="../media/image8.png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3.png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showMasterSp="0" type="secHead">
  <p:cSld name="SECTION_HEADER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Google Shape;17;p11"/>
          <p:cNvPicPr preferRelativeResize="0"/>
          <p:nvPr/>
        </p:nvPicPr>
        <p:blipFill rotWithShape="1">
          <a:blip r:embed="rId2">
            <a:alphaModFix/>
          </a:blip>
          <a:srcRect b="28271" l="0" r="0" t="26669"/>
          <a:stretch/>
        </p:blipFill>
        <p:spPr>
          <a:xfrm>
            <a:off x="7692126" y="4229848"/>
            <a:ext cx="4154698" cy="1872130"/>
          </a:xfrm>
          <a:prstGeom prst="rect">
            <a:avLst/>
          </a:prstGeom>
          <a:noFill/>
          <a:ln>
            <a:noFill/>
          </a:ln>
        </p:spPr>
      </p:pic>
      <p:sp>
        <p:nvSpPr>
          <p:cNvPr id="18" name="Google Shape;18;p11"/>
          <p:cNvSpPr/>
          <p:nvPr/>
        </p:nvSpPr>
        <p:spPr>
          <a:xfrm>
            <a:off x="0" y="0"/>
            <a:ext cx="12192000" cy="1143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9" name="Google Shape;19;p11"/>
          <p:cNvSpPr txBox="1"/>
          <p:nvPr>
            <p:ph type="title"/>
          </p:nvPr>
        </p:nvSpPr>
        <p:spPr>
          <a:xfrm>
            <a:off x="625475" y="1447800"/>
            <a:ext cx="9144000" cy="1676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000"/>
              <a:buFont typeface="Verdana"/>
              <a:buNone/>
              <a:defRPr b="1" sz="4000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1"/>
          <p:cNvSpPr txBox="1"/>
          <p:nvPr>
            <p:ph idx="1" type="body"/>
          </p:nvPr>
        </p:nvSpPr>
        <p:spPr>
          <a:xfrm>
            <a:off x="625475" y="3124200"/>
            <a:ext cx="91440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800"/>
              <a:buNone/>
              <a:defRPr sz="2800">
                <a:solidFill>
                  <a:schemeClr val="dk2"/>
                </a:solidFill>
              </a:defRPr>
            </a:lvl1pPr>
            <a:lvl2pPr indent="-228600" lvl="1" marL="9144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1" name="Google Shape;21;p11"/>
          <p:cNvSpPr txBox="1"/>
          <p:nvPr>
            <p:ph idx="12" type="sldNum"/>
          </p:nvPr>
        </p:nvSpPr>
        <p:spPr>
          <a:xfrm>
            <a:off x="1" y="6387664"/>
            <a:ext cx="609600" cy="3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2" name="Google Shape;22;p11"/>
          <p:cNvSpPr txBox="1"/>
          <p:nvPr>
            <p:ph idx="11" type="ftr"/>
          </p:nvPr>
        </p:nvSpPr>
        <p:spPr>
          <a:xfrm>
            <a:off x="625475" y="6400800"/>
            <a:ext cx="68073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sz="1600">
                <a:solidFill>
                  <a:schemeClr val="dk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456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hotoCaption">
  <p:cSld name="PhotoCaption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2"/>
          <p:cNvSpPr txBox="1"/>
          <p:nvPr>
            <p:ph type="title"/>
          </p:nvPr>
        </p:nvSpPr>
        <p:spPr>
          <a:xfrm>
            <a:off x="609600" y="351367"/>
            <a:ext cx="10972800" cy="800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2"/>
          <p:cNvSpPr txBox="1"/>
          <p:nvPr>
            <p:ph idx="12" type="sldNum"/>
          </p:nvPr>
        </p:nvSpPr>
        <p:spPr>
          <a:xfrm>
            <a:off x="1" y="6387664"/>
            <a:ext cx="609600" cy="3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6" name="Google Shape;26;p12"/>
          <p:cNvSpPr txBox="1"/>
          <p:nvPr>
            <p:ph idx="11" type="ftr"/>
          </p:nvPr>
        </p:nvSpPr>
        <p:spPr>
          <a:xfrm>
            <a:off x="609600" y="6400800"/>
            <a:ext cx="68073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12"/>
          <p:cNvSpPr/>
          <p:nvPr>
            <p:ph idx="2" type="pic"/>
          </p:nvPr>
        </p:nvSpPr>
        <p:spPr>
          <a:xfrm>
            <a:off x="609600" y="1524000"/>
            <a:ext cx="7823100" cy="4648200"/>
          </a:xfrm>
          <a:prstGeom prst="rect">
            <a:avLst/>
          </a:prstGeom>
          <a:noFill/>
          <a:ln>
            <a:noFill/>
          </a:ln>
        </p:spPr>
      </p:sp>
      <p:sp>
        <p:nvSpPr>
          <p:cNvPr id="28" name="Google Shape;28;p12"/>
          <p:cNvSpPr txBox="1"/>
          <p:nvPr>
            <p:ph idx="1" type="body"/>
          </p:nvPr>
        </p:nvSpPr>
        <p:spPr>
          <a:xfrm>
            <a:off x="8737600" y="1524000"/>
            <a:ext cx="2844900" cy="46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000"/>
              <a:buFont typeface="Verdana"/>
              <a:buNone/>
              <a:defRPr sz="2000"/>
            </a:lvl1pPr>
            <a:lvl2pPr indent="-342900" lvl="1" marL="9144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800"/>
              <a:buChar char="─"/>
              <a:defRPr sz="1800"/>
            </a:lvl2pPr>
            <a:lvl3pPr indent="-330200" lvl="2" marL="13716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600"/>
              <a:buChar char="▪"/>
              <a:defRPr sz="1600"/>
            </a:lvl3pPr>
            <a:lvl4pPr indent="-317500" lvl="3" marL="18288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400"/>
              <a:buChar char="o"/>
              <a:defRPr sz="1400"/>
            </a:lvl4pPr>
            <a:lvl5pPr indent="-317500" lvl="4" marL="22860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400"/>
              <a:buChar char="•"/>
              <a:defRPr sz="14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itle and Content" type="obj">
  <p:cSld name="OBJECT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13"/>
          <p:cNvSpPr txBox="1"/>
          <p:nvPr>
            <p:ph type="title"/>
          </p:nvPr>
        </p:nvSpPr>
        <p:spPr>
          <a:xfrm>
            <a:off x="609600" y="351367"/>
            <a:ext cx="10972800" cy="800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3"/>
          <p:cNvSpPr txBox="1"/>
          <p:nvPr>
            <p:ph idx="1" type="body"/>
          </p:nvPr>
        </p:nvSpPr>
        <p:spPr>
          <a:xfrm>
            <a:off x="609600" y="1524000"/>
            <a:ext cx="10972800" cy="46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800"/>
              <a:buChar char="─"/>
              <a:defRPr/>
            </a:lvl2pPr>
            <a:lvl3pPr indent="-342900" lvl="2" marL="13716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800"/>
              <a:buChar char="▪"/>
              <a:defRPr/>
            </a:lvl3pPr>
            <a:lvl4pPr indent="-342900" lvl="3" marL="18288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800"/>
              <a:buChar char="o"/>
              <a:defRPr/>
            </a:lvl4pPr>
            <a:lvl5pPr indent="-342900" lvl="4" marL="22860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32" name="Google Shape;32;p13"/>
          <p:cNvSpPr txBox="1"/>
          <p:nvPr>
            <p:ph idx="11" type="ftr"/>
          </p:nvPr>
        </p:nvSpPr>
        <p:spPr>
          <a:xfrm>
            <a:off x="609600" y="6400800"/>
            <a:ext cx="68073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13"/>
          <p:cNvSpPr txBox="1"/>
          <p:nvPr>
            <p:ph idx="12" type="sldNum"/>
          </p:nvPr>
        </p:nvSpPr>
        <p:spPr>
          <a:xfrm>
            <a:off x="1" y="6387664"/>
            <a:ext cx="609600" cy="3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14"/>
          <p:cNvSpPr txBox="1"/>
          <p:nvPr>
            <p:ph type="title"/>
          </p:nvPr>
        </p:nvSpPr>
        <p:spPr>
          <a:xfrm>
            <a:off x="609600" y="76200"/>
            <a:ext cx="11074500" cy="1066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3200"/>
              <a:buFont typeface="Verdana"/>
              <a:buNone/>
              <a:defRPr b="1"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14"/>
          <p:cNvSpPr txBox="1"/>
          <p:nvPr>
            <p:ph idx="1" type="body"/>
          </p:nvPr>
        </p:nvSpPr>
        <p:spPr>
          <a:xfrm>
            <a:off x="4523709" y="1524001"/>
            <a:ext cx="7058700" cy="46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400"/>
              <a:buChar char="•"/>
              <a:defRPr sz="2400"/>
            </a:lvl1pPr>
            <a:lvl2pPr indent="-368300" lvl="1" marL="9144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2200"/>
              <a:buChar char="─"/>
              <a:defRPr sz="2200"/>
            </a:lvl2pPr>
            <a:lvl3pPr indent="-355600" lvl="2" marL="13716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2000"/>
              <a:buChar char="▪"/>
              <a:defRPr sz="2000"/>
            </a:lvl3pPr>
            <a:lvl4pPr indent="-342900" lvl="3" marL="18288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800"/>
              <a:buChar char="o"/>
              <a:defRPr sz="1800"/>
            </a:lvl4pPr>
            <a:lvl5pPr indent="-342900" lvl="4" marL="22860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 sz="1800"/>
            </a:lvl5pPr>
            <a:lvl6pPr indent="-3556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•"/>
              <a:defRPr sz="2000"/>
            </a:lvl6pPr>
            <a:lvl7pPr indent="-3556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•"/>
              <a:defRPr sz="2000"/>
            </a:lvl7pPr>
            <a:lvl8pPr indent="-3556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•"/>
              <a:defRPr sz="2000"/>
            </a:lvl8pPr>
            <a:lvl9pPr indent="-3556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•"/>
              <a:defRPr sz="2000"/>
            </a:lvl9pPr>
          </a:lstStyle>
          <a:p/>
        </p:txBody>
      </p:sp>
      <p:sp>
        <p:nvSpPr>
          <p:cNvPr id="37" name="Google Shape;37;p14"/>
          <p:cNvSpPr txBox="1"/>
          <p:nvPr>
            <p:ph idx="2" type="body"/>
          </p:nvPr>
        </p:nvSpPr>
        <p:spPr>
          <a:xfrm>
            <a:off x="591890" y="1524000"/>
            <a:ext cx="3564900" cy="46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000"/>
              <a:buNone/>
              <a:defRPr sz="2000">
                <a:solidFill>
                  <a:schemeClr val="dk2"/>
                </a:solidFill>
              </a:defRPr>
            </a:lvl1pPr>
            <a:lvl2pPr indent="-228600" lvl="1" marL="9144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2pPr>
            <a:lvl3pPr indent="-228600" lvl="2" marL="13716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000"/>
              <a:buNone/>
              <a:defRPr sz="1000"/>
            </a:lvl3pPr>
            <a:lvl4pPr indent="-228600" lvl="3" marL="18288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900"/>
              <a:buNone/>
              <a:defRPr sz="900"/>
            </a:lvl4pPr>
            <a:lvl5pPr indent="-228600" lvl="4" marL="22860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9pPr>
          </a:lstStyle>
          <a:p/>
        </p:txBody>
      </p:sp>
      <p:sp>
        <p:nvSpPr>
          <p:cNvPr id="38" name="Google Shape;38;p14"/>
          <p:cNvSpPr txBox="1"/>
          <p:nvPr>
            <p:ph idx="12" type="sldNum"/>
          </p:nvPr>
        </p:nvSpPr>
        <p:spPr>
          <a:xfrm>
            <a:off x="1" y="6387664"/>
            <a:ext cx="609600" cy="3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39" name="Google Shape;39;p14"/>
          <p:cNvCxnSpPr/>
          <p:nvPr/>
        </p:nvCxnSpPr>
        <p:spPr>
          <a:xfrm rot="5400000">
            <a:off x="2447156" y="3581143"/>
            <a:ext cx="3810000" cy="2100"/>
          </a:xfrm>
          <a:prstGeom prst="straightConnector1">
            <a:avLst/>
          </a:prstGeom>
          <a:noFill/>
          <a:ln cap="flat" cmpd="sng" w="15875">
            <a:solidFill>
              <a:srgbClr val="B5B5B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0" name="Google Shape;40;p14"/>
          <p:cNvSpPr txBox="1"/>
          <p:nvPr>
            <p:ph idx="11" type="ftr"/>
          </p:nvPr>
        </p:nvSpPr>
        <p:spPr>
          <a:xfrm>
            <a:off x="609600" y="6400800"/>
            <a:ext cx="68073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Red" showMasterSp="0">
  <p:cSld name="BlankRed">
    <p:bg>
      <p:bgPr>
        <a:solidFill>
          <a:schemeClr val="lt2"/>
        </a:solidFill>
      </p:bgPr>
    </p:bg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" name="Google Shape;42;p15"/>
          <p:cNvPicPr preferRelativeResize="0"/>
          <p:nvPr/>
        </p:nvPicPr>
        <p:blipFill rotWithShape="1">
          <a:blip r:embed="rId2">
            <a:alphaModFix amt="10000"/>
          </a:blip>
          <a:srcRect b="0" l="0" r="0" t="0"/>
          <a:stretch/>
        </p:blipFill>
        <p:spPr>
          <a:xfrm>
            <a:off x="4009882" y="1342882"/>
            <a:ext cx="4172236" cy="4172236"/>
          </a:xfrm>
          <a:prstGeom prst="rect">
            <a:avLst/>
          </a:prstGeom>
          <a:noFill/>
          <a:ln>
            <a:noFill/>
          </a:ln>
          <a:effectLst>
            <a:outerShdw blurRad="50800" rotWithShape="0" algn="ctr">
              <a:srgbClr val="000000"/>
            </a:outerShdw>
          </a:effectLst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showMasterSp="0" type="title">
  <p:cSld name="TITLE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greyWatermark-20.png" id="44" name="Google Shape;44;p1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949092" y="2703302"/>
            <a:ext cx="4242908" cy="4154698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Google Shape;45;p16"/>
          <p:cNvSpPr txBox="1"/>
          <p:nvPr>
            <p:ph type="ctrTitle"/>
          </p:nvPr>
        </p:nvSpPr>
        <p:spPr>
          <a:xfrm>
            <a:off x="609600" y="2537925"/>
            <a:ext cx="9144000" cy="1524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000"/>
              <a:buFont typeface="Verdana"/>
              <a:buNone/>
              <a:defRPr b="1" sz="4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16"/>
          <p:cNvSpPr txBox="1"/>
          <p:nvPr>
            <p:ph idx="1" type="subTitle"/>
          </p:nvPr>
        </p:nvSpPr>
        <p:spPr>
          <a:xfrm>
            <a:off x="609600" y="4293573"/>
            <a:ext cx="91440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800"/>
              <a:buNone/>
              <a:defRPr sz="2800">
                <a:solidFill>
                  <a:schemeClr val="dk2"/>
                </a:solidFill>
              </a:defRPr>
            </a:lvl1pPr>
            <a:lvl2pPr lvl="1" algn="ctr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20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pic>
        <p:nvPicPr>
          <p:cNvPr id="47" name="Google Shape;47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11200" y="1102893"/>
            <a:ext cx="3383439" cy="87229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pos="456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2" showMasterSp="0">
  <p:cSld name="Title2">
    <p:bg>
      <p:bgPr>
        <a:solidFill>
          <a:schemeClr val="lt2"/>
        </a:solidFill>
      </p:bgPr>
    </p:bg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" name="Google Shape;49;p17"/>
          <p:cNvPicPr preferRelativeResize="0"/>
          <p:nvPr/>
        </p:nvPicPr>
        <p:blipFill rotWithShape="1">
          <a:blip r:embed="rId2">
            <a:alphaModFix amt="10000"/>
          </a:blip>
          <a:srcRect b="0" l="0" r="0" t="0"/>
          <a:stretch/>
        </p:blipFill>
        <p:spPr>
          <a:xfrm>
            <a:off x="8019764" y="2702755"/>
            <a:ext cx="4172236" cy="4172236"/>
          </a:xfrm>
          <a:prstGeom prst="rect">
            <a:avLst/>
          </a:prstGeom>
          <a:noFill/>
          <a:ln>
            <a:noFill/>
          </a:ln>
          <a:effectLst>
            <a:outerShdw blurRad="50800" rotWithShape="0" algn="ctr">
              <a:srgbClr val="000000"/>
            </a:outerShdw>
          </a:effectLst>
        </p:spPr>
      </p:pic>
      <p:sp>
        <p:nvSpPr>
          <p:cNvPr id="50" name="Google Shape;50;p17"/>
          <p:cNvSpPr txBox="1"/>
          <p:nvPr>
            <p:ph type="ctrTitle"/>
          </p:nvPr>
        </p:nvSpPr>
        <p:spPr>
          <a:xfrm>
            <a:off x="609600" y="2537925"/>
            <a:ext cx="9144000" cy="1524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Verdana"/>
              <a:buNone/>
              <a:defRPr b="1" sz="40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7"/>
          <p:cNvSpPr txBox="1"/>
          <p:nvPr>
            <p:ph idx="1" type="subTitle"/>
          </p:nvPr>
        </p:nvSpPr>
        <p:spPr>
          <a:xfrm>
            <a:off x="609600" y="4293573"/>
            <a:ext cx="91440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800"/>
              <a:buNone/>
              <a:defRPr sz="2800">
                <a:solidFill>
                  <a:schemeClr val="lt1"/>
                </a:solidFill>
              </a:defRPr>
            </a:lvl1pPr>
            <a:lvl2pPr lvl="1" algn="ctr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20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8"/>
          <p:cNvSpPr txBox="1"/>
          <p:nvPr>
            <p:ph type="title"/>
          </p:nvPr>
        </p:nvSpPr>
        <p:spPr>
          <a:xfrm>
            <a:off x="609600" y="351367"/>
            <a:ext cx="10972800" cy="800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18"/>
          <p:cNvSpPr txBox="1"/>
          <p:nvPr>
            <p:ph idx="1" type="body"/>
          </p:nvPr>
        </p:nvSpPr>
        <p:spPr>
          <a:xfrm>
            <a:off x="1016000" y="1676400"/>
            <a:ext cx="4876800" cy="449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400"/>
              <a:buChar char="•"/>
              <a:defRPr sz="2400"/>
            </a:lvl1pPr>
            <a:lvl2pPr indent="-355600" lvl="1" marL="9144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2000"/>
              <a:buChar char="─"/>
              <a:defRPr sz="2000"/>
            </a:lvl2pPr>
            <a:lvl3pPr indent="-342900" lvl="2" marL="13716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800"/>
              <a:buChar char="▪"/>
              <a:defRPr sz="1800"/>
            </a:lvl3pPr>
            <a:lvl4pPr indent="-330200" lvl="3" marL="18288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600"/>
              <a:buChar char="o"/>
              <a:defRPr sz="1600"/>
            </a:lvl4pPr>
            <a:lvl5pPr indent="-330200" lvl="4" marL="22860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600"/>
              <a:buChar char="•"/>
              <a:defRPr sz="16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 sz="1800"/>
            </a:lvl9pPr>
          </a:lstStyle>
          <a:p/>
        </p:txBody>
      </p:sp>
      <p:sp>
        <p:nvSpPr>
          <p:cNvPr id="55" name="Google Shape;55;p18"/>
          <p:cNvSpPr txBox="1"/>
          <p:nvPr>
            <p:ph idx="2" type="body"/>
          </p:nvPr>
        </p:nvSpPr>
        <p:spPr>
          <a:xfrm>
            <a:off x="6197600" y="1676400"/>
            <a:ext cx="4876800" cy="449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400"/>
              <a:buChar char="•"/>
              <a:defRPr sz="2400"/>
            </a:lvl1pPr>
            <a:lvl2pPr indent="-355600" lvl="1" marL="9144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2000"/>
              <a:buChar char="─"/>
              <a:defRPr sz="2000"/>
            </a:lvl2pPr>
            <a:lvl3pPr indent="-342900" lvl="2" marL="13716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800"/>
              <a:buChar char="▪"/>
              <a:defRPr sz="1800"/>
            </a:lvl3pPr>
            <a:lvl4pPr indent="-330200" lvl="3" marL="18288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600"/>
              <a:buChar char="o"/>
              <a:defRPr sz="1600"/>
            </a:lvl4pPr>
            <a:lvl5pPr indent="-330200" lvl="4" marL="22860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600"/>
              <a:buChar char="•"/>
              <a:defRPr sz="16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 sz="1800"/>
            </a:lvl9pPr>
          </a:lstStyle>
          <a:p/>
        </p:txBody>
      </p:sp>
      <p:sp>
        <p:nvSpPr>
          <p:cNvPr id="56" name="Google Shape;56;p18"/>
          <p:cNvSpPr txBox="1"/>
          <p:nvPr>
            <p:ph idx="12" type="sldNum"/>
          </p:nvPr>
        </p:nvSpPr>
        <p:spPr>
          <a:xfrm>
            <a:off x="1" y="6387664"/>
            <a:ext cx="609600" cy="3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7" name="Google Shape;57;p18"/>
          <p:cNvSpPr txBox="1"/>
          <p:nvPr>
            <p:ph idx="11" type="ftr"/>
          </p:nvPr>
        </p:nvSpPr>
        <p:spPr>
          <a:xfrm>
            <a:off x="609600" y="6400800"/>
            <a:ext cx="68073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9"/>
          <p:cNvSpPr txBox="1"/>
          <p:nvPr>
            <p:ph type="title"/>
          </p:nvPr>
        </p:nvSpPr>
        <p:spPr>
          <a:xfrm>
            <a:off x="609600" y="351367"/>
            <a:ext cx="10972800" cy="800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3200"/>
              <a:buFont typeface="Verdana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9"/>
          <p:cNvSpPr txBox="1"/>
          <p:nvPr>
            <p:ph idx="1" type="body"/>
          </p:nvPr>
        </p:nvSpPr>
        <p:spPr>
          <a:xfrm>
            <a:off x="1016000" y="1496736"/>
            <a:ext cx="4876800" cy="639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000"/>
              <a:buNone/>
              <a:defRPr b="1" sz="2000">
                <a:solidFill>
                  <a:schemeClr val="dk2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indent="-228600" lvl="1" marL="9144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 b="1" sz="1600"/>
            </a:lvl9pPr>
          </a:lstStyle>
          <a:p/>
        </p:txBody>
      </p:sp>
      <p:sp>
        <p:nvSpPr>
          <p:cNvPr id="61" name="Google Shape;61;p19"/>
          <p:cNvSpPr txBox="1"/>
          <p:nvPr>
            <p:ph idx="2" type="body"/>
          </p:nvPr>
        </p:nvSpPr>
        <p:spPr>
          <a:xfrm>
            <a:off x="1016000" y="2216400"/>
            <a:ext cx="4876800" cy="395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55600" lvl="0" marL="4572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000"/>
              <a:buChar char="•"/>
              <a:defRPr sz="2000"/>
            </a:lvl1pPr>
            <a:lvl2pPr indent="-342900" lvl="1" marL="9144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800"/>
              <a:buChar char="─"/>
              <a:defRPr sz="1800"/>
            </a:lvl2pPr>
            <a:lvl3pPr indent="-330200" lvl="2" marL="13716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600"/>
              <a:buChar char="▪"/>
              <a:defRPr sz="1600"/>
            </a:lvl3pPr>
            <a:lvl4pPr indent="-317500" lvl="3" marL="18288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400"/>
              <a:buChar char="o"/>
              <a:defRPr sz="1400"/>
            </a:lvl4pPr>
            <a:lvl5pPr indent="-317500" lvl="4" marL="22860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400"/>
              <a:buChar char="•"/>
              <a:defRPr sz="14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Char char="•"/>
              <a:defRPr sz="1600"/>
            </a:lvl9pPr>
          </a:lstStyle>
          <a:p/>
        </p:txBody>
      </p:sp>
      <p:sp>
        <p:nvSpPr>
          <p:cNvPr id="62" name="Google Shape;62;p19"/>
          <p:cNvSpPr txBox="1"/>
          <p:nvPr>
            <p:ph idx="3" type="body"/>
          </p:nvPr>
        </p:nvSpPr>
        <p:spPr>
          <a:xfrm>
            <a:off x="6197600" y="1496736"/>
            <a:ext cx="4876800" cy="639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000"/>
              <a:buNone/>
              <a:defRPr b="1" sz="2000">
                <a:solidFill>
                  <a:schemeClr val="dk2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indent="-228600" lvl="1" marL="9144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 b="1" sz="1600"/>
            </a:lvl9pPr>
          </a:lstStyle>
          <a:p/>
        </p:txBody>
      </p:sp>
      <p:sp>
        <p:nvSpPr>
          <p:cNvPr id="63" name="Google Shape;63;p19"/>
          <p:cNvSpPr txBox="1"/>
          <p:nvPr>
            <p:ph idx="4" type="body"/>
          </p:nvPr>
        </p:nvSpPr>
        <p:spPr>
          <a:xfrm>
            <a:off x="6197600" y="2216400"/>
            <a:ext cx="4876800" cy="395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55600" lvl="0" marL="4572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000"/>
              <a:buChar char="•"/>
              <a:defRPr sz="2000"/>
            </a:lvl1pPr>
            <a:lvl2pPr indent="-342900" lvl="1" marL="9144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800"/>
              <a:buChar char="─"/>
              <a:defRPr sz="1800"/>
            </a:lvl2pPr>
            <a:lvl3pPr indent="-330200" lvl="2" marL="13716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600"/>
              <a:buChar char="▪"/>
              <a:defRPr sz="1600"/>
            </a:lvl3pPr>
            <a:lvl4pPr indent="-317500" lvl="3" marL="18288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400"/>
              <a:buChar char="o"/>
              <a:defRPr sz="1400"/>
            </a:lvl4pPr>
            <a:lvl5pPr indent="-317500" lvl="4" marL="22860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400"/>
              <a:buChar char="•"/>
              <a:defRPr sz="14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Char char="•"/>
              <a:defRPr sz="1600"/>
            </a:lvl9pPr>
          </a:lstStyle>
          <a:p/>
        </p:txBody>
      </p:sp>
      <p:sp>
        <p:nvSpPr>
          <p:cNvPr id="64" name="Google Shape;64;p19"/>
          <p:cNvSpPr txBox="1"/>
          <p:nvPr>
            <p:ph idx="12" type="sldNum"/>
          </p:nvPr>
        </p:nvSpPr>
        <p:spPr>
          <a:xfrm>
            <a:off x="1" y="6387664"/>
            <a:ext cx="609600" cy="3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5" name="Google Shape;65;p19"/>
          <p:cNvSpPr txBox="1"/>
          <p:nvPr>
            <p:ph idx="11" type="ftr"/>
          </p:nvPr>
        </p:nvSpPr>
        <p:spPr>
          <a:xfrm>
            <a:off x="609600" y="6400800"/>
            <a:ext cx="68073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20"/>
          <p:cNvSpPr txBox="1"/>
          <p:nvPr>
            <p:ph type="title"/>
          </p:nvPr>
        </p:nvSpPr>
        <p:spPr>
          <a:xfrm>
            <a:off x="609600" y="351367"/>
            <a:ext cx="10972800" cy="800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20"/>
          <p:cNvSpPr txBox="1"/>
          <p:nvPr>
            <p:ph idx="12" type="sldNum"/>
          </p:nvPr>
        </p:nvSpPr>
        <p:spPr>
          <a:xfrm>
            <a:off x="1" y="6387664"/>
            <a:ext cx="609600" cy="3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9" name="Google Shape;69;p20"/>
          <p:cNvSpPr txBox="1"/>
          <p:nvPr>
            <p:ph idx="11" type="ftr"/>
          </p:nvPr>
        </p:nvSpPr>
        <p:spPr>
          <a:xfrm>
            <a:off x="609600" y="6400800"/>
            <a:ext cx="68073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21"/>
          <p:cNvSpPr txBox="1"/>
          <p:nvPr>
            <p:ph idx="12" type="sldNum"/>
          </p:nvPr>
        </p:nvSpPr>
        <p:spPr>
          <a:xfrm>
            <a:off x="1" y="6391657"/>
            <a:ext cx="6123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72" name="Google Shape;72;p21"/>
          <p:cNvSpPr txBox="1"/>
          <p:nvPr>
            <p:ph idx="11" type="ftr"/>
          </p:nvPr>
        </p:nvSpPr>
        <p:spPr>
          <a:xfrm>
            <a:off x="609600" y="6400800"/>
            <a:ext cx="68073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itle and Content" type="obj">
  <p:cSld name="OBJECT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ecd9d5b514_4_14"/>
          <p:cNvSpPr txBox="1"/>
          <p:nvPr>
            <p:ph type="title"/>
          </p:nvPr>
        </p:nvSpPr>
        <p:spPr>
          <a:xfrm>
            <a:off x="609600" y="351367"/>
            <a:ext cx="10972800" cy="800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g3ecd9d5b514_4_14"/>
          <p:cNvSpPr txBox="1"/>
          <p:nvPr>
            <p:ph idx="1" type="body"/>
          </p:nvPr>
        </p:nvSpPr>
        <p:spPr>
          <a:xfrm>
            <a:off x="609600" y="1524000"/>
            <a:ext cx="10972800" cy="46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800"/>
              <a:buChar char="─"/>
              <a:defRPr/>
            </a:lvl2pPr>
            <a:lvl3pPr indent="-342900" lvl="2" marL="13716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800"/>
              <a:buChar char="▪"/>
              <a:defRPr/>
            </a:lvl3pPr>
            <a:lvl4pPr indent="-342900" lvl="3" marL="18288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800"/>
              <a:buChar char="o"/>
              <a:defRPr/>
            </a:lvl4pPr>
            <a:lvl5pPr indent="-342900" lvl="4" marL="22860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83" name="Google Shape;83;g3ecd9d5b514_4_14"/>
          <p:cNvSpPr txBox="1"/>
          <p:nvPr>
            <p:ph idx="11" type="ftr"/>
          </p:nvPr>
        </p:nvSpPr>
        <p:spPr>
          <a:xfrm>
            <a:off x="609600" y="6400800"/>
            <a:ext cx="68073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g3ecd9d5b514_4_14"/>
          <p:cNvSpPr txBox="1"/>
          <p:nvPr>
            <p:ph idx="12" type="sldNum"/>
          </p:nvPr>
        </p:nvSpPr>
        <p:spPr>
          <a:xfrm>
            <a:off x="1" y="6387664"/>
            <a:ext cx="609600" cy="3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showMasterSp="0" type="secHead">
  <p:cSld name="SECTION_HEADER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6" name="Google Shape;86;g3ecd9d5b514_4_7"/>
          <p:cNvPicPr preferRelativeResize="0"/>
          <p:nvPr/>
        </p:nvPicPr>
        <p:blipFill rotWithShape="1">
          <a:blip r:embed="rId2">
            <a:alphaModFix/>
          </a:blip>
          <a:srcRect b="28271" l="0" r="0" t="26669"/>
          <a:stretch/>
        </p:blipFill>
        <p:spPr>
          <a:xfrm>
            <a:off x="7692126" y="4229848"/>
            <a:ext cx="4154698" cy="1872130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g3ecd9d5b514_4_7"/>
          <p:cNvSpPr/>
          <p:nvPr/>
        </p:nvSpPr>
        <p:spPr>
          <a:xfrm>
            <a:off x="0" y="0"/>
            <a:ext cx="12192000" cy="1143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88" name="Google Shape;88;g3ecd9d5b514_4_7"/>
          <p:cNvSpPr txBox="1"/>
          <p:nvPr>
            <p:ph type="title"/>
          </p:nvPr>
        </p:nvSpPr>
        <p:spPr>
          <a:xfrm>
            <a:off x="625475" y="1447800"/>
            <a:ext cx="9144000" cy="1676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000"/>
              <a:buFont typeface="Verdana"/>
              <a:buNone/>
              <a:defRPr b="1" sz="4000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9" name="Google Shape;89;g3ecd9d5b514_4_7"/>
          <p:cNvSpPr txBox="1"/>
          <p:nvPr>
            <p:ph idx="1" type="body"/>
          </p:nvPr>
        </p:nvSpPr>
        <p:spPr>
          <a:xfrm>
            <a:off x="625475" y="3124200"/>
            <a:ext cx="91440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800"/>
              <a:buNone/>
              <a:defRPr sz="2800">
                <a:solidFill>
                  <a:schemeClr val="dk2"/>
                </a:solidFill>
              </a:defRPr>
            </a:lvl1pPr>
            <a:lvl2pPr indent="-228600" lvl="1" marL="9144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90" name="Google Shape;90;g3ecd9d5b514_4_7"/>
          <p:cNvSpPr txBox="1"/>
          <p:nvPr>
            <p:ph idx="12" type="sldNum"/>
          </p:nvPr>
        </p:nvSpPr>
        <p:spPr>
          <a:xfrm>
            <a:off x="1" y="6387664"/>
            <a:ext cx="609600" cy="3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91" name="Google Shape;91;g3ecd9d5b514_4_7"/>
          <p:cNvSpPr txBox="1"/>
          <p:nvPr>
            <p:ph idx="11" type="ftr"/>
          </p:nvPr>
        </p:nvSpPr>
        <p:spPr>
          <a:xfrm>
            <a:off x="625475" y="6400800"/>
            <a:ext cx="68073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sz="1600">
                <a:solidFill>
                  <a:schemeClr val="dk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456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ecd9d5b514_4_19"/>
          <p:cNvSpPr txBox="1"/>
          <p:nvPr>
            <p:ph type="title"/>
          </p:nvPr>
        </p:nvSpPr>
        <p:spPr>
          <a:xfrm>
            <a:off x="609600" y="351367"/>
            <a:ext cx="10972800" cy="800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4" name="Google Shape;94;g3ecd9d5b514_4_19"/>
          <p:cNvSpPr txBox="1"/>
          <p:nvPr>
            <p:ph idx="12" type="sldNum"/>
          </p:nvPr>
        </p:nvSpPr>
        <p:spPr>
          <a:xfrm>
            <a:off x="1" y="6387664"/>
            <a:ext cx="609600" cy="3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95" name="Google Shape;95;g3ecd9d5b514_4_19"/>
          <p:cNvSpPr txBox="1"/>
          <p:nvPr>
            <p:ph idx="11" type="ftr"/>
          </p:nvPr>
        </p:nvSpPr>
        <p:spPr>
          <a:xfrm>
            <a:off x="609600" y="6400800"/>
            <a:ext cx="68073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hotoCaption">
  <p:cSld name="PhotoCaption"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ecd9d5b514_4_23"/>
          <p:cNvSpPr txBox="1"/>
          <p:nvPr>
            <p:ph type="title"/>
          </p:nvPr>
        </p:nvSpPr>
        <p:spPr>
          <a:xfrm>
            <a:off x="609600" y="351367"/>
            <a:ext cx="10972800" cy="800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8" name="Google Shape;98;g3ecd9d5b514_4_23"/>
          <p:cNvSpPr txBox="1"/>
          <p:nvPr>
            <p:ph idx="12" type="sldNum"/>
          </p:nvPr>
        </p:nvSpPr>
        <p:spPr>
          <a:xfrm>
            <a:off x="1" y="6387664"/>
            <a:ext cx="609600" cy="3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99" name="Google Shape;99;g3ecd9d5b514_4_23"/>
          <p:cNvSpPr txBox="1"/>
          <p:nvPr>
            <p:ph idx="11" type="ftr"/>
          </p:nvPr>
        </p:nvSpPr>
        <p:spPr>
          <a:xfrm>
            <a:off x="609600" y="6400800"/>
            <a:ext cx="68073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0" name="Google Shape;100;g3ecd9d5b514_4_23"/>
          <p:cNvSpPr/>
          <p:nvPr>
            <p:ph idx="2" type="pic"/>
          </p:nvPr>
        </p:nvSpPr>
        <p:spPr>
          <a:xfrm>
            <a:off x="609600" y="1524000"/>
            <a:ext cx="7823100" cy="4648200"/>
          </a:xfrm>
          <a:prstGeom prst="rect">
            <a:avLst/>
          </a:prstGeom>
          <a:noFill/>
          <a:ln>
            <a:noFill/>
          </a:ln>
        </p:spPr>
      </p:sp>
      <p:sp>
        <p:nvSpPr>
          <p:cNvPr id="101" name="Google Shape;101;g3ecd9d5b514_4_23"/>
          <p:cNvSpPr txBox="1"/>
          <p:nvPr>
            <p:ph idx="1" type="body"/>
          </p:nvPr>
        </p:nvSpPr>
        <p:spPr>
          <a:xfrm>
            <a:off x="8737600" y="1524000"/>
            <a:ext cx="2844900" cy="46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000"/>
              <a:buFont typeface="Verdana"/>
              <a:buNone/>
              <a:defRPr sz="2000"/>
            </a:lvl1pPr>
            <a:lvl2pPr indent="-342900" lvl="1" marL="9144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800"/>
              <a:buChar char="─"/>
              <a:defRPr sz="1800"/>
            </a:lvl2pPr>
            <a:lvl3pPr indent="-330200" lvl="2" marL="13716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600"/>
              <a:buChar char="▪"/>
              <a:defRPr sz="1600"/>
            </a:lvl3pPr>
            <a:lvl4pPr indent="-317500" lvl="3" marL="18288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400"/>
              <a:buChar char="o"/>
              <a:defRPr sz="1400"/>
            </a:lvl4pPr>
            <a:lvl5pPr indent="-317500" lvl="4" marL="22860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400"/>
              <a:buChar char="•"/>
              <a:defRPr sz="14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ecd9d5b514_4_29"/>
          <p:cNvSpPr txBox="1"/>
          <p:nvPr>
            <p:ph type="title"/>
          </p:nvPr>
        </p:nvSpPr>
        <p:spPr>
          <a:xfrm>
            <a:off x="609600" y="76200"/>
            <a:ext cx="11074500" cy="1066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3200"/>
              <a:buFont typeface="Verdana"/>
              <a:buNone/>
              <a:defRPr b="1"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4" name="Google Shape;104;g3ecd9d5b514_4_29"/>
          <p:cNvSpPr txBox="1"/>
          <p:nvPr>
            <p:ph idx="1" type="body"/>
          </p:nvPr>
        </p:nvSpPr>
        <p:spPr>
          <a:xfrm>
            <a:off x="4523709" y="1524001"/>
            <a:ext cx="7058700" cy="46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400"/>
              <a:buChar char="•"/>
              <a:defRPr sz="2400"/>
            </a:lvl1pPr>
            <a:lvl2pPr indent="-368300" lvl="1" marL="9144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2200"/>
              <a:buChar char="─"/>
              <a:defRPr sz="2200"/>
            </a:lvl2pPr>
            <a:lvl3pPr indent="-355600" lvl="2" marL="13716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2000"/>
              <a:buChar char="▪"/>
              <a:defRPr sz="2000"/>
            </a:lvl3pPr>
            <a:lvl4pPr indent="-342900" lvl="3" marL="18288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800"/>
              <a:buChar char="o"/>
              <a:defRPr sz="1800"/>
            </a:lvl4pPr>
            <a:lvl5pPr indent="-342900" lvl="4" marL="22860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 sz="1800"/>
            </a:lvl5pPr>
            <a:lvl6pPr indent="-3556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•"/>
              <a:defRPr sz="2000"/>
            </a:lvl6pPr>
            <a:lvl7pPr indent="-3556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•"/>
              <a:defRPr sz="2000"/>
            </a:lvl7pPr>
            <a:lvl8pPr indent="-3556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•"/>
              <a:defRPr sz="2000"/>
            </a:lvl8pPr>
            <a:lvl9pPr indent="-3556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•"/>
              <a:defRPr sz="2000"/>
            </a:lvl9pPr>
          </a:lstStyle>
          <a:p/>
        </p:txBody>
      </p:sp>
      <p:sp>
        <p:nvSpPr>
          <p:cNvPr id="105" name="Google Shape;105;g3ecd9d5b514_4_29"/>
          <p:cNvSpPr txBox="1"/>
          <p:nvPr>
            <p:ph idx="2" type="body"/>
          </p:nvPr>
        </p:nvSpPr>
        <p:spPr>
          <a:xfrm>
            <a:off x="591890" y="1524000"/>
            <a:ext cx="3564900" cy="46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000"/>
              <a:buNone/>
              <a:defRPr sz="2000">
                <a:solidFill>
                  <a:schemeClr val="dk2"/>
                </a:solidFill>
              </a:defRPr>
            </a:lvl1pPr>
            <a:lvl2pPr indent="-228600" lvl="1" marL="9144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2pPr>
            <a:lvl3pPr indent="-228600" lvl="2" marL="13716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000"/>
              <a:buNone/>
              <a:defRPr sz="1000"/>
            </a:lvl3pPr>
            <a:lvl4pPr indent="-228600" lvl="3" marL="18288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900"/>
              <a:buNone/>
              <a:defRPr sz="900"/>
            </a:lvl4pPr>
            <a:lvl5pPr indent="-228600" lvl="4" marL="22860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9pPr>
          </a:lstStyle>
          <a:p/>
        </p:txBody>
      </p:sp>
      <p:sp>
        <p:nvSpPr>
          <p:cNvPr id="106" name="Google Shape;106;g3ecd9d5b514_4_29"/>
          <p:cNvSpPr txBox="1"/>
          <p:nvPr>
            <p:ph idx="12" type="sldNum"/>
          </p:nvPr>
        </p:nvSpPr>
        <p:spPr>
          <a:xfrm>
            <a:off x="1" y="6387664"/>
            <a:ext cx="609600" cy="3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107" name="Google Shape;107;g3ecd9d5b514_4_29"/>
          <p:cNvCxnSpPr/>
          <p:nvPr/>
        </p:nvCxnSpPr>
        <p:spPr>
          <a:xfrm rot="5400000">
            <a:off x="2447156" y="3581143"/>
            <a:ext cx="3810000" cy="2100"/>
          </a:xfrm>
          <a:prstGeom prst="straightConnector1">
            <a:avLst/>
          </a:prstGeom>
          <a:noFill/>
          <a:ln cap="flat" cmpd="sng" w="15875">
            <a:solidFill>
              <a:srgbClr val="B5B5B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8" name="Google Shape;108;g3ecd9d5b514_4_29"/>
          <p:cNvSpPr txBox="1"/>
          <p:nvPr>
            <p:ph idx="11" type="ftr"/>
          </p:nvPr>
        </p:nvSpPr>
        <p:spPr>
          <a:xfrm>
            <a:off x="609600" y="6400800"/>
            <a:ext cx="68073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Red" showMasterSp="0">
  <p:cSld name="BlankRed">
    <p:bg>
      <p:bgPr>
        <a:solidFill>
          <a:schemeClr val="lt2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" name="Google Shape;110;g3ecd9d5b514_4_36"/>
          <p:cNvPicPr preferRelativeResize="0"/>
          <p:nvPr/>
        </p:nvPicPr>
        <p:blipFill rotWithShape="1">
          <a:blip r:embed="rId2">
            <a:alphaModFix amt="10000"/>
          </a:blip>
          <a:srcRect b="0" l="0" r="0" t="0"/>
          <a:stretch/>
        </p:blipFill>
        <p:spPr>
          <a:xfrm>
            <a:off x="4009882" y="1342882"/>
            <a:ext cx="4172236" cy="4172236"/>
          </a:xfrm>
          <a:prstGeom prst="rect">
            <a:avLst/>
          </a:prstGeom>
          <a:noFill/>
          <a:ln>
            <a:noFill/>
          </a:ln>
          <a:effectLst>
            <a:outerShdw blurRad="50800" rotWithShape="0" algn="ctr">
              <a:srgbClr val="000000"/>
            </a:outerShdw>
          </a:effectLst>
        </p:spPr>
      </p:pic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showMasterSp="0" type="title">
  <p:cSld name="TITLE"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greyWatermark-20.png" id="112" name="Google Shape;112;g3ecd9d5b514_4_3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949092" y="2703302"/>
            <a:ext cx="4242908" cy="4154698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g3ecd9d5b514_4_38"/>
          <p:cNvSpPr txBox="1"/>
          <p:nvPr>
            <p:ph type="ctrTitle"/>
          </p:nvPr>
        </p:nvSpPr>
        <p:spPr>
          <a:xfrm>
            <a:off x="609600" y="2537925"/>
            <a:ext cx="9144000" cy="1524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000"/>
              <a:buFont typeface="Verdana"/>
              <a:buNone/>
              <a:defRPr b="1" sz="4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4" name="Google Shape;114;g3ecd9d5b514_4_38"/>
          <p:cNvSpPr txBox="1"/>
          <p:nvPr>
            <p:ph idx="1" type="subTitle"/>
          </p:nvPr>
        </p:nvSpPr>
        <p:spPr>
          <a:xfrm>
            <a:off x="609600" y="4293573"/>
            <a:ext cx="91440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800"/>
              <a:buNone/>
              <a:defRPr sz="2800">
                <a:solidFill>
                  <a:schemeClr val="dk2"/>
                </a:solidFill>
              </a:defRPr>
            </a:lvl1pPr>
            <a:lvl2pPr lvl="1" algn="ctr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20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pic>
        <p:nvPicPr>
          <p:cNvPr id="115" name="Google Shape;115;g3ecd9d5b514_4_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11200" y="1102893"/>
            <a:ext cx="3383439" cy="87229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pos="456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2" showMasterSp="0">
  <p:cSld name="Title2">
    <p:bg>
      <p:bgPr>
        <a:solidFill>
          <a:schemeClr val="lt2"/>
        </a:solidFill>
      </p:bgPr>
    </p:bg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7" name="Google Shape;117;g3ecd9d5b514_4_43"/>
          <p:cNvPicPr preferRelativeResize="0"/>
          <p:nvPr/>
        </p:nvPicPr>
        <p:blipFill rotWithShape="1">
          <a:blip r:embed="rId2">
            <a:alphaModFix amt="10000"/>
          </a:blip>
          <a:srcRect b="0" l="0" r="0" t="0"/>
          <a:stretch/>
        </p:blipFill>
        <p:spPr>
          <a:xfrm>
            <a:off x="8019764" y="2702755"/>
            <a:ext cx="4172236" cy="4172236"/>
          </a:xfrm>
          <a:prstGeom prst="rect">
            <a:avLst/>
          </a:prstGeom>
          <a:noFill/>
          <a:ln>
            <a:noFill/>
          </a:ln>
          <a:effectLst>
            <a:outerShdw blurRad="50800" rotWithShape="0" algn="ctr">
              <a:srgbClr val="000000"/>
            </a:outerShdw>
          </a:effectLst>
        </p:spPr>
      </p:pic>
      <p:sp>
        <p:nvSpPr>
          <p:cNvPr id="118" name="Google Shape;118;g3ecd9d5b514_4_43"/>
          <p:cNvSpPr txBox="1"/>
          <p:nvPr>
            <p:ph type="ctrTitle"/>
          </p:nvPr>
        </p:nvSpPr>
        <p:spPr>
          <a:xfrm>
            <a:off x="609600" y="2537925"/>
            <a:ext cx="9144000" cy="1524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Verdana"/>
              <a:buNone/>
              <a:defRPr b="1" sz="40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9" name="Google Shape;119;g3ecd9d5b514_4_43"/>
          <p:cNvSpPr txBox="1"/>
          <p:nvPr>
            <p:ph idx="1" type="subTitle"/>
          </p:nvPr>
        </p:nvSpPr>
        <p:spPr>
          <a:xfrm>
            <a:off x="609600" y="4293573"/>
            <a:ext cx="91440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800"/>
              <a:buNone/>
              <a:defRPr sz="2800">
                <a:solidFill>
                  <a:schemeClr val="lt1"/>
                </a:solidFill>
              </a:defRPr>
            </a:lvl1pPr>
            <a:lvl2pPr lvl="1" algn="ctr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20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ecd9d5b514_4_47"/>
          <p:cNvSpPr txBox="1"/>
          <p:nvPr>
            <p:ph type="title"/>
          </p:nvPr>
        </p:nvSpPr>
        <p:spPr>
          <a:xfrm>
            <a:off x="609600" y="351367"/>
            <a:ext cx="10972800" cy="800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2" name="Google Shape;122;g3ecd9d5b514_4_47"/>
          <p:cNvSpPr txBox="1"/>
          <p:nvPr>
            <p:ph idx="1" type="body"/>
          </p:nvPr>
        </p:nvSpPr>
        <p:spPr>
          <a:xfrm>
            <a:off x="1016000" y="1676400"/>
            <a:ext cx="4876800" cy="449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400"/>
              <a:buChar char="•"/>
              <a:defRPr sz="2400"/>
            </a:lvl1pPr>
            <a:lvl2pPr indent="-355600" lvl="1" marL="9144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2000"/>
              <a:buChar char="─"/>
              <a:defRPr sz="2000"/>
            </a:lvl2pPr>
            <a:lvl3pPr indent="-342900" lvl="2" marL="13716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800"/>
              <a:buChar char="▪"/>
              <a:defRPr sz="1800"/>
            </a:lvl3pPr>
            <a:lvl4pPr indent="-330200" lvl="3" marL="18288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600"/>
              <a:buChar char="o"/>
              <a:defRPr sz="1600"/>
            </a:lvl4pPr>
            <a:lvl5pPr indent="-330200" lvl="4" marL="22860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600"/>
              <a:buChar char="•"/>
              <a:defRPr sz="16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 sz="1800"/>
            </a:lvl9pPr>
          </a:lstStyle>
          <a:p/>
        </p:txBody>
      </p:sp>
      <p:sp>
        <p:nvSpPr>
          <p:cNvPr id="123" name="Google Shape;123;g3ecd9d5b514_4_47"/>
          <p:cNvSpPr txBox="1"/>
          <p:nvPr>
            <p:ph idx="2" type="body"/>
          </p:nvPr>
        </p:nvSpPr>
        <p:spPr>
          <a:xfrm>
            <a:off x="6197600" y="1676400"/>
            <a:ext cx="4876800" cy="449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400"/>
              <a:buChar char="•"/>
              <a:defRPr sz="2400"/>
            </a:lvl1pPr>
            <a:lvl2pPr indent="-355600" lvl="1" marL="9144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2000"/>
              <a:buChar char="─"/>
              <a:defRPr sz="2000"/>
            </a:lvl2pPr>
            <a:lvl3pPr indent="-342900" lvl="2" marL="13716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800"/>
              <a:buChar char="▪"/>
              <a:defRPr sz="1800"/>
            </a:lvl3pPr>
            <a:lvl4pPr indent="-330200" lvl="3" marL="18288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600"/>
              <a:buChar char="o"/>
              <a:defRPr sz="1600"/>
            </a:lvl4pPr>
            <a:lvl5pPr indent="-330200" lvl="4" marL="22860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600"/>
              <a:buChar char="•"/>
              <a:defRPr sz="16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 sz="1800"/>
            </a:lvl9pPr>
          </a:lstStyle>
          <a:p/>
        </p:txBody>
      </p:sp>
      <p:sp>
        <p:nvSpPr>
          <p:cNvPr id="124" name="Google Shape;124;g3ecd9d5b514_4_47"/>
          <p:cNvSpPr txBox="1"/>
          <p:nvPr>
            <p:ph idx="12" type="sldNum"/>
          </p:nvPr>
        </p:nvSpPr>
        <p:spPr>
          <a:xfrm>
            <a:off x="1" y="6387664"/>
            <a:ext cx="609600" cy="3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25" name="Google Shape;125;g3ecd9d5b514_4_47"/>
          <p:cNvSpPr txBox="1"/>
          <p:nvPr>
            <p:ph idx="11" type="ftr"/>
          </p:nvPr>
        </p:nvSpPr>
        <p:spPr>
          <a:xfrm>
            <a:off x="609600" y="6400800"/>
            <a:ext cx="68073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3ecd9d5b514_4_53"/>
          <p:cNvSpPr txBox="1"/>
          <p:nvPr>
            <p:ph type="title"/>
          </p:nvPr>
        </p:nvSpPr>
        <p:spPr>
          <a:xfrm>
            <a:off x="609600" y="351367"/>
            <a:ext cx="10972800" cy="800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3200"/>
              <a:buFont typeface="Verdana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8" name="Google Shape;128;g3ecd9d5b514_4_53"/>
          <p:cNvSpPr txBox="1"/>
          <p:nvPr>
            <p:ph idx="1" type="body"/>
          </p:nvPr>
        </p:nvSpPr>
        <p:spPr>
          <a:xfrm>
            <a:off x="1016000" y="1496736"/>
            <a:ext cx="4876800" cy="639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000"/>
              <a:buNone/>
              <a:defRPr b="1" sz="2000">
                <a:solidFill>
                  <a:schemeClr val="dk2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indent="-228600" lvl="1" marL="9144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 b="1" sz="1600"/>
            </a:lvl9pPr>
          </a:lstStyle>
          <a:p/>
        </p:txBody>
      </p:sp>
      <p:sp>
        <p:nvSpPr>
          <p:cNvPr id="129" name="Google Shape;129;g3ecd9d5b514_4_53"/>
          <p:cNvSpPr txBox="1"/>
          <p:nvPr>
            <p:ph idx="2" type="body"/>
          </p:nvPr>
        </p:nvSpPr>
        <p:spPr>
          <a:xfrm>
            <a:off x="1016000" y="2216400"/>
            <a:ext cx="4876800" cy="395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55600" lvl="0" marL="4572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000"/>
              <a:buChar char="•"/>
              <a:defRPr sz="2000"/>
            </a:lvl1pPr>
            <a:lvl2pPr indent="-342900" lvl="1" marL="9144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800"/>
              <a:buChar char="─"/>
              <a:defRPr sz="1800"/>
            </a:lvl2pPr>
            <a:lvl3pPr indent="-330200" lvl="2" marL="13716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600"/>
              <a:buChar char="▪"/>
              <a:defRPr sz="1600"/>
            </a:lvl3pPr>
            <a:lvl4pPr indent="-317500" lvl="3" marL="18288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400"/>
              <a:buChar char="o"/>
              <a:defRPr sz="1400"/>
            </a:lvl4pPr>
            <a:lvl5pPr indent="-317500" lvl="4" marL="22860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400"/>
              <a:buChar char="•"/>
              <a:defRPr sz="14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Char char="•"/>
              <a:defRPr sz="1600"/>
            </a:lvl9pPr>
          </a:lstStyle>
          <a:p/>
        </p:txBody>
      </p:sp>
      <p:sp>
        <p:nvSpPr>
          <p:cNvPr id="130" name="Google Shape;130;g3ecd9d5b514_4_53"/>
          <p:cNvSpPr txBox="1"/>
          <p:nvPr>
            <p:ph idx="3" type="body"/>
          </p:nvPr>
        </p:nvSpPr>
        <p:spPr>
          <a:xfrm>
            <a:off x="6197600" y="1496736"/>
            <a:ext cx="4876800" cy="639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000"/>
              <a:buNone/>
              <a:defRPr b="1" sz="2000">
                <a:solidFill>
                  <a:schemeClr val="dk2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indent="-228600" lvl="1" marL="9144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 b="1" sz="1600"/>
            </a:lvl9pPr>
          </a:lstStyle>
          <a:p/>
        </p:txBody>
      </p:sp>
      <p:sp>
        <p:nvSpPr>
          <p:cNvPr id="131" name="Google Shape;131;g3ecd9d5b514_4_53"/>
          <p:cNvSpPr txBox="1"/>
          <p:nvPr>
            <p:ph idx="4" type="body"/>
          </p:nvPr>
        </p:nvSpPr>
        <p:spPr>
          <a:xfrm>
            <a:off x="6197600" y="2216400"/>
            <a:ext cx="4876800" cy="395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55600" lvl="0" marL="4572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000"/>
              <a:buChar char="•"/>
              <a:defRPr sz="2000"/>
            </a:lvl1pPr>
            <a:lvl2pPr indent="-342900" lvl="1" marL="9144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800"/>
              <a:buChar char="─"/>
              <a:defRPr sz="1800"/>
            </a:lvl2pPr>
            <a:lvl3pPr indent="-330200" lvl="2" marL="13716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600"/>
              <a:buChar char="▪"/>
              <a:defRPr sz="1600"/>
            </a:lvl3pPr>
            <a:lvl4pPr indent="-317500" lvl="3" marL="18288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400"/>
              <a:buChar char="o"/>
              <a:defRPr sz="1400"/>
            </a:lvl4pPr>
            <a:lvl5pPr indent="-317500" lvl="4" marL="22860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400"/>
              <a:buChar char="•"/>
              <a:defRPr sz="14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Char char="•"/>
              <a:defRPr sz="1600"/>
            </a:lvl9pPr>
          </a:lstStyle>
          <a:p/>
        </p:txBody>
      </p:sp>
      <p:sp>
        <p:nvSpPr>
          <p:cNvPr id="132" name="Google Shape;132;g3ecd9d5b514_4_53"/>
          <p:cNvSpPr txBox="1"/>
          <p:nvPr>
            <p:ph idx="12" type="sldNum"/>
          </p:nvPr>
        </p:nvSpPr>
        <p:spPr>
          <a:xfrm>
            <a:off x="1" y="6387664"/>
            <a:ext cx="609600" cy="3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33" name="Google Shape;133;g3ecd9d5b514_4_53"/>
          <p:cNvSpPr txBox="1"/>
          <p:nvPr>
            <p:ph idx="11" type="ftr"/>
          </p:nvPr>
        </p:nvSpPr>
        <p:spPr>
          <a:xfrm>
            <a:off x="609600" y="6400800"/>
            <a:ext cx="68073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3ecd9d5b514_4_61"/>
          <p:cNvSpPr txBox="1"/>
          <p:nvPr>
            <p:ph idx="12" type="sldNum"/>
          </p:nvPr>
        </p:nvSpPr>
        <p:spPr>
          <a:xfrm>
            <a:off x="1" y="6391657"/>
            <a:ext cx="6123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36" name="Google Shape;136;g3ecd9d5b514_4_61"/>
          <p:cNvSpPr txBox="1"/>
          <p:nvPr>
            <p:ph idx="11" type="ftr"/>
          </p:nvPr>
        </p:nvSpPr>
        <p:spPr>
          <a:xfrm>
            <a:off x="609600" y="6400800"/>
            <a:ext cx="68073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3ecd9d5b514_2_7"/>
          <p:cNvSpPr txBox="1"/>
          <p:nvPr>
            <p:ph type="title"/>
          </p:nvPr>
        </p:nvSpPr>
        <p:spPr>
          <a:xfrm>
            <a:off x="609600" y="351367"/>
            <a:ext cx="10972800" cy="800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6" name="Google Shape;146;g3ecd9d5b514_2_7"/>
          <p:cNvSpPr txBox="1"/>
          <p:nvPr>
            <p:ph idx="12" type="sldNum"/>
          </p:nvPr>
        </p:nvSpPr>
        <p:spPr>
          <a:xfrm>
            <a:off x="1" y="6387664"/>
            <a:ext cx="609600" cy="3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47" name="Google Shape;147;g3ecd9d5b514_2_7"/>
          <p:cNvSpPr txBox="1"/>
          <p:nvPr>
            <p:ph idx="11" type="ftr"/>
          </p:nvPr>
        </p:nvSpPr>
        <p:spPr>
          <a:xfrm>
            <a:off x="609600" y="6400800"/>
            <a:ext cx="68073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showMasterSp="0" type="secHead">
  <p:cSld name="SECTION_HEADER"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9" name="Google Shape;149;g3ecd9d5b514_2_11"/>
          <p:cNvPicPr preferRelativeResize="0"/>
          <p:nvPr/>
        </p:nvPicPr>
        <p:blipFill rotWithShape="1">
          <a:blip r:embed="rId2">
            <a:alphaModFix/>
          </a:blip>
          <a:srcRect b="28271" l="0" r="0" t="26669"/>
          <a:stretch/>
        </p:blipFill>
        <p:spPr>
          <a:xfrm>
            <a:off x="7692126" y="4229848"/>
            <a:ext cx="4154698" cy="1872130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g3ecd9d5b514_2_11"/>
          <p:cNvSpPr/>
          <p:nvPr/>
        </p:nvSpPr>
        <p:spPr>
          <a:xfrm>
            <a:off x="0" y="0"/>
            <a:ext cx="12192000" cy="1143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51" name="Google Shape;151;g3ecd9d5b514_2_11"/>
          <p:cNvSpPr txBox="1"/>
          <p:nvPr>
            <p:ph type="title"/>
          </p:nvPr>
        </p:nvSpPr>
        <p:spPr>
          <a:xfrm>
            <a:off x="625475" y="1447800"/>
            <a:ext cx="9144000" cy="1676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000"/>
              <a:buFont typeface="Verdana"/>
              <a:buNone/>
              <a:defRPr b="1" sz="4000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2" name="Google Shape;152;g3ecd9d5b514_2_11"/>
          <p:cNvSpPr txBox="1"/>
          <p:nvPr>
            <p:ph idx="1" type="body"/>
          </p:nvPr>
        </p:nvSpPr>
        <p:spPr>
          <a:xfrm>
            <a:off x="625475" y="3124200"/>
            <a:ext cx="91440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800"/>
              <a:buNone/>
              <a:defRPr sz="2800">
                <a:solidFill>
                  <a:schemeClr val="dk2"/>
                </a:solidFill>
              </a:defRPr>
            </a:lvl1pPr>
            <a:lvl2pPr indent="-228600" lvl="1" marL="9144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53" name="Google Shape;153;g3ecd9d5b514_2_11"/>
          <p:cNvSpPr txBox="1"/>
          <p:nvPr>
            <p:ph idx="12" type="sldNum"/>
          </p:nvPr>
        </p:nvSpPr>
        <p:spPr>
          <a:xfrm>
            <a:off x="1" y="6387664"/>
            <a:ext cx="609600" cy="3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54" name="Google Shape;154;g3ecd9d5b514_2_11"/>
          <p:cNvSpPr txBox="1"/>
          <p:nvPr>
            <p:ph idx="11" type="ftr"/>
          </p:nvPr>
        </p:nvSpPr>
        <p:spPr>
          <a:xfrm>
            <a:off x="625475" y="6400800"/>
            <a:ext cx="68073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sz="1600">
                <a:solidFill>
                  <a:schemeClr val="dk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456">
          <p15:clr>
            <a:srgbClr val="FBAE40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hotoCaption">
  <p:cSld name="PhotoCaption"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3ecd9d5b514_2_18"/>
          <p:cNvSpPr txBox="1"/>
          <p:nvPr>
            <p:ph type="title"/>
          </p:nvPr>
        </p:nvSpPr>
        <p:spPr>
          <a:xfrm>
            <a:off x="609600" y="351367"/>
            <a:ext cx="10972800" cy="800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7" name="Google Shape;157;g3ecd9d5b514_2_18"/>
          <p:cNvSpPr txBox="1"/>
          <p:nvPr>
            <p:ph idx="12" type="sldNum"/>
          </p:nvPr>
        </p:nvSpPr>
        <p:spPr>
          <a:xfrm>
            <a:off x="1" y="6387664"/>
            <a:ext cx="609600" cy="3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58" name="Google Shape;158;g3ecd9d5b514_2_18"/>
          <p:cNvSpPr txBox="1"/>
          <p:nvPr>
            <p:ph idx="11" type="ftr"/>
          </p:nvPr>
        </p:nvSpPr>
        <p:spPr>
          <a:xfrm>
            <a:off x="609600" y="6400800"/>
            <a:ext cx="68073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9" name="Google Shape;159;g3ecd9d5b514_2_18"/>
          <p:cNvSpPr/>
          <p:nvPr>
            <p:ph idx="2" type="pic"/>
          </p:nvPr>
        </p:nvSpPr>
        <p:spPr>
          <a:xfrm>
            <a:off x="609600" y="1524000"/>
            <a:ext cx="7823100" cy="4648200"/>
          </a:xfrm>
          <a:prstGeom prst="rect">
            <a:avLst/>
          </a:prstGeom>
          <a:noFill/>
          <a:ln>
            <a:noFill/>
          </a:ln>
        </p:spPr>
      </p:sp>
      <p:sp>
        <p:nvSpPr>
          <p:cNvPr id="160" name="Google Shape;160;g3ecd9d5b514_2_18"/>
          <p:cNvSpPr txBox="1"/>
          <p:nvPr>
            <p:ph idx="1" type="body"/>
          </p:nvPr>
        </p:nvSpPr>
        <p:spPr>
          <a:xfrm>
            <a:off x="8737600" y="1524000"/>
            <a:ext cx="2844900" cy="46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000"/>
              <a:buFont typeface="Verdana"/>
              <a:buNone/>
              <a:defRPr sz="2000"/>
            </a:lvl1pPr>
            <a:lvl2pPr indent="-342900" lvl="1" marL="9144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800"/>
              <a:buChar char="─"/>
              <a:defRPr sz="1800"/>
            </a:lvl2pPr>
            <a:lvl3pPr indent="-330200" lvl="2" marL="13716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600"/>
              <a:buChar char="▪"/>
              <a:defRPr sz="1600"/>
            </a:lvl3pPr>
            <a:lvl4pPr indent="-317500" lvl="3" marL="18288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400"/>
              <a:buChar char="o"/>
              <a:defRPr sz="1400"/>
            </a:lvl4pPr>
            <a:lvl5pPr indent="-317500" lvl="4" marL="22860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400"/>
              <a:buChar char="•"/>
              <a:defRPr sz="14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itle and Content" type="obj">
  <p:cSld name="OBJECT"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3ecd9d5b514_2_24"/>
          <p:cNvSpPr txBox="1"/>
          <p:nvPr>
            <p:ph type="title"/>
          </p:nvPr>
        </p:nvSpPr>
        <p:spPr>
          <a:xfrm>
            <a:off x="609600" y="351367"/>
            <a:ext cx="10972800" cy="800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3" name="Google Shape;163;g3ecd9d5b514_2_24"/>
          <p:cNvSpPr txBox="1"/>
          <p:nvPr>
            <p:ph idx="1" type="body"/>
          </p:nvPr>
        </p:nvSpPr>
        <p:spPr>
          <a:xfrm>
            <a:off x="609600" y="1524000"/>
            <a:ext cx="10972800" cy="46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800"/>
              <a:buChar char="─"/>
              <a:defRPr/>
            </a:lvl2pPr>
            <a:lvl3pPr indent="-342900" lvl="2" marL="13716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800"/>
              <a:buChar char="▪"/>
              <a:defRPr/>
            </a:lvl3pPr>
            <a:lvl4pPr indent="-342900" lvl="3" marL="18288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800"/>
              <a:buChar char="o"/>
              <a:defRPr/>
            </a:lvl4pPr>
            <a:lvl5pPr indent="-342900" lvl="4" marL="22860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164" name="Google Shape;164;g3ecd9d5b514_2_24"/>
          <p:cNvSpPr txBox="1"/>
          <p:nvPr>
            <p:ph idx="11" type="ftr"/>
          </p:nvPr>
        </p:nvSpPr>
        <p:spPr>
          <a:xfrm>
            <a:off x="609600" y="6400800"/>
            <a:ext cx="68073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5" name="Google Shape;165;g3ecd9d5b514_2_24"/>
          <p:cNvSpPr txBox="1"/>
          <p:nvPr>
            <p:ph idx="12" type="sldNum"/>
          </p:nvPr>
        </p:nvSpPr>
        <p:spPr>
          <a:xfrm>
            <a:off x="1" y="6387664"/>
            <a:ext cx="609600" cy="3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3ecd9d5b514_2_29"/>
          <p:cNvSpPr txBox="1"/>
          <p:nvPr>
            <p:ph type="title"/>
          </p:nvPr>
        </p:nvSpPr>
        <p:spPr>
          <a:xfrm>
            <a:off x="609600" y="76200"/>
            <a:ext cx="11074500" cy="1066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3200"/>
              <a:buFont typeface="Verdana"/>
              <a:buNone/>
              <a:defRPr b="1"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8" name="Google Shape;168;g3ecd9d5b514_2_29"/>
          <p:cNvSpPr txBox="1"/>
          <p:nvPr>
            <p:ph idx="1" type="body"/>
          </p:nvPr>
        </p:nvSpPr>
        <p:spPr>
          <a:xfrm>
            <a:off x="4523709" y="1524001"/>
            <a:ext cx="7058700" cy="46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400"/>
              <a:buChar char="•"/>
              <a:defRPr sz="2400"/>
            </a:lvl1pPr>
            <a:lvl2pPr indent="-368300" lvl="1" marL="9144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2200"/>
              <a:buChar char="─"/>
              <a:defRPr sz="2200"/>
            </a:lvl2pPr>
            <a:lvl3pPr indent="-355600" lvl="2" marL="13716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2000"/>
              <a:buChar char="▪"/>
              <a:defRPr sz="2000"/>
            </a:lvl3pPr>
            <a:lvl4pPr indent="-342900" lvl="3" marL="18288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800"/>
              <a:buChar char="o"/>
              <a:defRPr sz="1800"/>
            </a:lvl4pPr>
            <a:lvl5pPr indent="-342900" lvl="4" marL="22860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 sz="1800"/>
            </a:lvl5pPr>
            <a:lvl6pPr indent="-3556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•"/>
              <a:defRPr sz="2000"/>
            </a:lvl6pPr>
            <a:lvl7pPr indent="-3556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•"/>
              <a:defRPr sz="2000"/>
            </a:lvl7pPr>
            <a:lvl8pPr indent="-3556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•"/>
              <a:defRPr sz="2000"/>
            </a:lvl8pPr>
            <a:lvl9pPr indent="-3556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•"/>
              <a:defRPr sz="2000"/>
            </a:lvl9pPr>
          </a:lstStyle>
          <a:p/>
        </p:txBody>
      </p:sp>
      <p:sp>
        <p:nvSpPr>
          <p:cNvPr id="169" name="Google Shape;169;g3ecd9d5b514_2_29"/>
          <p:cNvSpPr txBox="1"/>
          <p:nvPr>
            <p:ph idx="2" type="body"/>
          </p:nvPr>
        </p:nvSpPr>
        <p:spPr>
          <a:xfrm>
            <a:off x="591890" y="1524000"/>
            <a:ext cx="3564900" cy="46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000"/>
              <a:buNone/>
              <a:defRPr sz="2000">
                <a:solidFill>
                  <a:schemeClr val="dk2"/>
                </a:solidFill>
              </a:defRPr>
            </a:lvl1pPr>
            <a:lvl2pPr indent="-228600" lvl="1" marL="9144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2pPr>
            <a:lvl3pPr indent="-228600" lvl="2" marL="13716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000"/>
              <a:buNone/>
              <a:defRPr sz="1000"/>
            </a:lvl3pPr>
            <a:lvl4pPr indent="-228600" lvl="3" marL="18288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900"/>
              <a:buNone/>
              <a:defRPr sz="900"/>
            </a:lvl4pPr>
            <a:lvl5pPr indent="-228600" lvl="4" marL="22860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9pPr>
          </a:lstStyle>
          <a:p/>
        </p:txBody>
      </p:sp>
      <p:sp>
        <p:nvSpPr>
          <p:cNvPr id="170" name="Google Shape;170;g3ecd9d5b514_2_29"/>
          <p:cNvSpPr txBox="1"/>
          <p:nvPr>
            <p:ph idx="12" type="sldNum"/>
          </p:nvPr>
        </p:nvSpPr>
        <p:spPr>
          <a:xfrm>
            <a:off x="1" y="6387664"/>
            <a:ext cx="609600" cy="3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171" name="Google Shape;171;g3ecd9d5b514_2_29"/>
          <p:cNvCxnSpPr/>
          <p:nvPr/>
        </p:nvCxnSpPr>
        <p:spPr>
          <a:xfrm rot="5400000">
            <a:off x="2447156" y="3581143"/>
            <a:ext cx="3810000" cy="2100"/>
          </a:xfrm>
          <a:prstGeom prst="straightConnector1">
            <a:avLst/>
          </a:prstGeom>
          <a:noFill/>
          <a:ln cap="flat" cmpd="sng" w="15875">
            <a:solidFill>
              <a:srgbClr val="B5B5B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72" name="Google Shape;172;g3ecd9d5b514_2_29"/>
          <p:cNvSpPr txBox="1"/>
          <p:nvPr>
            <p:ph idx="11" type="ftr"/>
          </p:nvPr>
        </p:nvSpPr>
        <p:spPr>
          <a:xfrm>
            <a:off x="609600" y="6400800"/>
            <a:ext cx="68073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Red" showMasterSp="0">
  <p:cSld name="BlankRed">
    <p:bg>
      <p:bgPr>
        <a:solidFill>
          <a:schemeClr val="lt2"/>
        </a:solidFill>
      </p:bgPr>
    </p:bg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" name="Google Shape;174;g3ecd9d5b514_2_36"/>
          <p:cNvPicPr preferRelativeResize="0"/>
          <p:nvPr/>
        </p:nvPicPr>
        <p:blipFill rotWithShape="1">
          <a:blip r:embed="rId2">
            <a:alphaModFix amt="10000"/>
          </a:blip>
          <a:srcRect b="0" l="0" r="0" t="0"/>
          <a:stretch/>
        </p:blipFill>
        <p:spPr>
          <a:xfrm>
            <a:off x="4009882" y="1342882"/>
            <a:ext cx="4172236" cy="4172236"/>
          </a:xfrm>
          <a:prstGeom prst="rect">
            <a:avLst/>
          </a:prstGeom>
          <a:noFill/>
          <a:ln>
            <a:noFill/>
          </a:ln>
          <a:effectLst>
            <a:outerShdw blurRad="50800" rotWithShape="0" algn="ctr">
              <a:srgbClr val="000000"/>
            </a:outerShdw>
          </a:effectLst>
        </p:spPr>
      </p:pic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showMasterSp="0" type="title">
  <p:cSld name="TITLE"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greyWatermark-20.png" id="176" name="Google Shape;176;g3ecd9d5b514_2_3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949092" y="2703302"/>
            <a:ext cx="4242908" cy="4154698"/>
          </a:xfrm>
          <a:prstGeom prst="rect">
            <a:avLst/>
          </a:prstGeom>
          <a:noFill/>
          <a:ln>
            <a:noFill/>
          </a:ln>
        </p:spPr>
      </p:pic>
      <p:sp>
        <p:nvSpPr>
          <p:cNvPr id="177" name="Google Shape;177;g3ecd9d5b514_2_38"/>
          <p:cNvSpPr txBox="1"/>
          <p:nvPr>
            <p:ph type="ctrTitle"/>
          </p:nvPr>
        </p:nvSpPr>
        <p:spPr>
          <a:xfrm>
            <a:off x="609600" y="2537925"/>
            <a:ext cx="9144000" cy="1524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000"/>
              <a:buFont typeface="Verdana"/>
              <a:buNone/>
              <a:defRPr b="1" sz="4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8" name="Google Shape;178;g3ecd9d5b514_2_38"/>
          <p:cNvSpPr txBox="1"/>
          <p:nvPr>
            <p:ph idx="1" type="subTitle"/>
          </p:nvPr>
        </p:nvSpPr>
        <p:spPr>
          <a:xfrm>
            <a:off x="609600" y="4293573"/>
            <a:ext cx="91440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800"/>
              <a:buNone/>
              <a:defRPr sz="2800">
                <a:solidFill>
                  <a:schemeClr val="dk2"/>
                </a:solidFill>
              </a:defRPr>
            </a:lvl1pPr>
            <a:lvl2pPr lvl="1" algn="ctr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20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pic>
        <p:nvPicPr>
          <p:cNvPr id="179" name="Google Shape;179;g3ecd9d5b514_2_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11200" y="1102893"/>
            <a:ext cx="3383439" cy="87229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pos="456">
          <p15:clr>
            <a:srgbClr val="FBAE40"/>
          </p15:clr>
        </p15:guide>
      </p15:sldGuideLst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2" showMasterSp="0">
  <p:cSld name="Title2">
    <p:bg>
      <p:bgPr>
        <a:solidFill>
          <a:schemeClr val="lt2"/>
        </a:solidFill>
      </p:bgPr>
    </p:bg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1" name="Google Shape;181;g3ecd9d5b514_2_43"/>
          <p:cNvPicPr preferRelativeResize="0"/>
          <p:nvPr/>
        </p:nvPicPr>
        <p:blipFill rotWithShape="1">
          <a:blip r:embed="rId2">
            <a:alphaModFix amt="10000"/>
          </a:blip>
          <a:srcRect b="0" l="0" r="0" t="0"/>
          <a:stretch/>
        </p:blipFill>
        <p:spPr>
          <a:xfrm>
            <a:off x="8019764" y="2702755"/>
            <a:ext cx="4172236" cy="4172236"/>
          </a:xfrm>
          <a:prstGeom prst="rect">
            <a:avLst/>
          </a:prstGeom>
          <a:noFill/>
          <a:ln>
            <a:noFill/>
          </a:ln>
          <a:effectLst>
            <a:outerShdw blurRad="50800" rotWithShape="0" algn="ctr">
              <a:srgbClr val="000000"/>
            </a:outerShdw>
          </a:effectLst>
        </p:spPr>
      </p:pic>
      <p:sp>
        <p:nvSpPr>
          <p:cNvPr id="182" name="Google Shape;182;g3ecd9d5b514_2_43"/>
          <p:cNvSpPr txBox="1"/>
          <p:nvPr>
            <p:ph type="ctrTitle"/>
          </p:nvPr>
        </p:nvSpPr>
        <p:spPr>
          <a:xfrm>
            <a:off x="609600" y="2537925"/>
            <a:ext cx="9144000" cy="1524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Verdana"/>
              <a:buNone/>
              <a:defRPr b="1" sz="40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3" name="Google Shape;183;g3ecd9d5b514_2_43"/>
          <p:cNvSpPr txBox="1"/>
          <p:nvPr>
            <p:ph idx="1" type="subTitle"/>
          </p:nvPr>
        </p:nvSpPr>
        <p:spPr>
          <a:xfrm>
            <a:off x="609600" y="4293573"/>
            <a:ext cx="91440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800"/>
              <a:buNone/>
              <a:defRPr sz="2800">
                <a:solidFill>
                  <a:schemeClr val="lt1"/>
                </a:solidFill>
              </a:defRPr>
            </a:lvl1pPr>
            <a:lvl2pPr lvl="1" algn="ctr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20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3ecd9d5b514_2_47"/>
          <p:cNvSpPr txBox="1"/>
          <p:nvPr>
            <p:ph type="title"/>
          </p:nvPr>
        </p:nvSpPr>
        <p:spPr>
          <a:xfrm>
            <a:off x="609600" y="351367"/>
            <a:ext cx="10972800" cy="800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6" name="Google Shape;186;g3ecd9d5b514_2_47"/>
          <p:cNvSpPr txBox="1"/>
          <p:nvPr>
            <p:ph idx="1" type="body"/>
          </p:nvPr>
        </p:nvSpPr>
        <p:spPr>
          <a:xfrm>
            <a:off x="1016000" y="1676400"/>
            <a:ext cx="4876800" cy="449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400"/>
              <a:buChar char="•"/>
              <a:defRPr sz="2400"/>
            </a:lvl1pPr>
            <a:lvl2pPr indent="-355600" lvl="1" marL="9144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2000"/>
              <a:buChar char="─"/>
              <a:defRPr sz="2000"/>
            </a:lvl2pPr>
            <a:lvl3pPr indent="-342900" lvl="2" marL="13716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800"/>
              <a:buChar char="▪"/>
              <a:defRPr sz="1800"/>
            </a:lvl3pPr>
            <a:lvl4pPr indent="-330200" lvl="3" marL="18288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600"/>
              <a:buChar char="o"/>
              <a:defRPr sz="1600"/>
            </a:lvl4pPr>
            <a:lvl5pPr indent="-330200" lvl="4" marL="22860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600"/>
              <a:buChar char="•"/>
              <a:defRPr sz="16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 sz="1800"/>
            </a:lvl9pPr>
          </a:lstStyle>
          <a:p/>
        </p:txBody>
      </p:sp>
      <p:sp>
        <p:nvSpPr>
          <p:cNvPr id="187" name="Google Shape;187;g3ecd9d5b514_2_47"/>
          <p:cNvSpPr txBox="1"/>
          <p:nvPr>
            <p:ph idx="2" type="body"/>
          </p:nvPr>
        </p:nvSpPr>
        <p:spPr>
          <a:xfrm>
            <a:off x="6197600" y="1676400"/>
            <a:ext cx="4876800" cy="449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400"/>
              <a:buChar char="•"/>
              <a:defRPr sz="2400"/>
            </a:lvl1pPr>
            <a:lvl2pPr indent="-355600" lvl="1" marL="9144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2000"/>
              <a:buChar char="─"/>
              <a:defRPr sz="2000"/>
            </a:lvl2pPr>
            <a:lvl3pPr indent="-342900" lvl="2" marL="13716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800"/>
              <a:buChar char="▪"/>
              <a:defRPr sz="1800"/>
            </a:lvl3pPr>
            <a:lvl4pPr indent="-330200" lvl="3" marL="18288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600"/>
              <a:buChar char="o"/>
              <a:defRPr sz="1600"/>
            </a:lvl4pPr>
            <a:lvl5pPr indent="-330200" lvl="4" marL="22860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600"/>
              <a:buChar char="•"/>
              <a:defRPr sz="16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 sz="1800"/>
            </a:lvl9pPr>
          </a:lstStyle>
          <a:p/>
        </p:txBody>
      </p:sp>
      <p:sp>
        <p:nvSpPr>
          <p:cNvPr id="188" name="Google Shape;188;g3ecd9d5b514_2_47"/>
          <p:cNvSpPr txBox="1"/>
          <p:nvPr>
            <p:ph idx="12" type="sldNum"/>
          </p:nvPr>
        </p:nvSpPr>
        <p:spPr>
          <a:xfrm>
            <a:off x="1" y="6387664"/>
            <a:ext cx="609600" cy="3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89" name="Google Shape;189;g3ecd9d5b514_2_47"/>
          <p:cNvSpPr txBox="1"/>
          <p:nvPr>
            <p:ph idx="11" type="ftr"/>
          </p:nvPr>
        </p:nvSpPr>
        <p:spPr>
          <a:xfrm>
            <a:off x="609600" y="6400800"/>
            <a:ext cx="68073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3ecd9d5b514_2_53"/>
          <p:cNvSpPr txBox="1"/>
          <p:nvPr>
            <p:ph type="title"/>
          </p:nvPr>
        </p:nvSpPr>
        <p:spPr>
          <a:xfrm>
            <a:off x="609600" y="351367"/>
            <a:ext cx="10972800" cy="800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3200"/>
              <a:buFont typeface="Verdana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2" name="Google Shape;192;g3ecd9d5b514_2_53"/>
          <p:cNvSpPr txBox="1"/>
          <p:nvPr>
            <p:ph idx="1" type="body"/>
          </p:nvPr>
        </p:nvSpPr>
        <p:spPr>
          <a:xfrm>
            <a:off x="1016000" y="1496736"/>
            <a:ext cx="4876800" cy="639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000"/>
              <a:buNone/>
              <a:defRPr b="1" sz="2000">
                <a:solidFill>
                  <a:schemeClr val="dk2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indent="-228600" lvl="1" marL="9144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 b="1" sz="1600"/>
            </a:lvl9pPr>
          </a:lstStyle>
          <a:p/>
        </p:txBody>
      </p:sp>
      <p:sp>
        <p:nvSpPr>
          <p:cNvPr id="193" name="Google Shape;193;g3ecd9d5b514_2_53"/>
          <p:cNvSpPr txBox="1"/>
          <p:nvPr>
            <p:ph idx="2" type="body"/>
          </p:nvPr>
        </p:nvSpPr>
        <p:spPr>
          <a:xfrm>
            <a:off x="1016000" y="2216400"/>
            <a:ext cx="4876800" cy="395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55600" lvl="0" marL="4572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000"/>
              <a:buChar char="•"/>
              <a:defRPr sz="2000"/>
            </a:lvl1pPr>
            <a:lvl2pPr indent="-342900" lvl="1" marL="9144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800"/>
              <a:buChar char="─"/>
              <a:defRPr sz="1800"/>
            </a:lvl2pPr>
            <a:lvl3pPr indent="-330200" lvl="2" marL="13716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600"/>
              <a:buChar char="▪"/>
              <a:defRPr sz="1600"/>
            </a:lvl3pPr>
            <a:lvl4pPr indent="-317500" lvl="3" marL="18288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400"/>
              <a:buChar char="o"/>
              <a:defRPr sz="1400"/>
            </a:lvl4pPr>
            <a:lvl5pPr indent="-317500" lvl="4" marL="22860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400"/>
              <a:buChar char="•"/>
              <a:defRPr sz="14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Char char="•"/>
              <a:defRPr sz="1600"/>
            </a:lvl9pPr>
          </a:lstStyle>
          <a:p/>
        </p:txBody>
      </p:sp>
      <p:sp>
        <p:nvSpPr>
          <p:cNvPr id="194" name="Google Shape;194;g3ecd9d5b514_2_53"/>
          <p:cNvSpPr txBox="1"/>
          <p:nvPr>
            <p:ph idx="3" type="body"/>
          </p:nvPr>
        </p:nvSpPr>
        <p:spPr>
          <a:xfrm>
            <a:off x="6197600" y="1496736"/>
            <a:ext cx="4876800" cy="639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000"/>
              <a:buNone/>
              <a:defRPr b="1" sz="2000">
                <a:solidFill>
                  <a:schemeClr val="dk2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indent="-228600" lvl="1" marL="9144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 b="1" sz="1600"/>
            </a:lvl9pPr>
          </a:lstStyle>
          <a:p/>
        </p:txBody>
      </p:sp>
      <p:sp>
        <p:nvSpPr>
          <p:cNvPr id="195" name="Google Shape;195;g3ecd9d5b514_2_53"/>
          <p:cNvSpPr txBox="1"/>
          <p:nvPr>
            <p:ph idx="4" type="body"/>
          </p:nvPr>
        </p:nvSpPr>
        <p:spPr>
          <a:xfrm>
            <a:off x="6197600" y="2216400"/>
            <a:ext cx="4876800" cy="395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55600" lvl="0" marL="4572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000"/>
              <a:buChar char="•"/>
              <a:defRPr sz="2000"/>
            </a:lvl1pPr>
            <a:lvl2pPr indent="-342900" lvl="1" marL="9144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800"/>
              <a:buChar char="─"/>
              <a:defRPr sz="1800"/>
            </a:lvl2pPr>
            <a:lvl3pPr indent="-330200" lvl="2" marL="13716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600"/>
              <a:buChar char="▪"/>
              <a:defRPr sz="1600"/>
            </a:lvl3pPr>
            <a:lvl4pPr indent="-317500" lvl="3" marL="18288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400"/>
              <a:buChar char="o"/>
              <a:defRPr sz="1400"/>
            </a:lvl4pPr>
            <a:lvl5pPr indent="-317500" lvl="4" marL="22860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400"/>
              <a:buChar char="•"/>
              <a:defRPr sz="14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Char char="•"/>
              <a:defRPr sz="1600"/>
            </a:lvl9pPr>
          </a:lstStyle>
          <a:p/>
        </p:txBody>
      </p:sp>
      <p:sp>
        <p:nvSpPr>
          <p:cNvPr id="196" name="Google Shape;196;g3ecd9d5b514_2_53"/>
          <p:cNvSpPr txBox="1"/>
          <p:nvPr>
            <p:ph idx="12" type="sldNum"/>
          </p:nvPr>
        </p:nvSpPr>
        <p:spPr>
          <a:xfrm>
            <a:off x="1" y="6387664"/>
            <a:ext cx="609600" cy="3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97" name="Google Shape;197;g3ecd9d5b514_2_53"/>
          <p:cNvSpPr txBox="1"/>
          <p:nvPr>
            <p:ph idx="11" type="ftr"/>
          </p:nvPr>
        </p:nvSpPr>
        <p:spPr>
          <a:xfrm>
            <a:off x="609600" y="6400800"/>
            <a:ext cx="68073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g3ecd9d5b514_2_61"/>
          <p:cNvSpPr txBox="1"/>
          <p:nvPr>
            <p:ph idx="12" type="sldNum"/>
          </p:nvPr>
        </p:nvSpPr>
        <p:spPr>
          <a:xfrm>
            <a:off x="1" y="6391657"/>
            <a:ext cx="6123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00" name="Google Shape;200;g3ecd9d5b514_2_61"/>
          <p:cNvSpPr txBox="1"/>
          <p:nvPr>
            <p:ph idx="11" type="ftr"/>
          </p:nvPr>
        </p:nvSpPr>
        <p:spPr>
          <a:xfrm>
            <a:off x="609600" y="6400800"/>
            <a:ext cx="68073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3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theme" Target="../theme/theme1.xml"/></Relationships>
</file>

<file path=ppt/slideMasters/_rels/slideMaster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slideLayout" Target="../slideLayouts/slideLayout24.xml"/><Relationship Id="rId3" Type="http://schemas.openxmlformats.org/officeDocument/2006/relationships/slideLayout" Target="../slideLayouts/slideLayout25.xml"/><Relationship Id="rId4" Type="http://schemas.openxmlformats.org/officeDocument/2006/relationships/slideLayout" Target="../slideLayouts/slideLayout26.xml"/><Relationship Id="rId5" Type="http://schemas.openxmlformats.org/officeDocument/2006/relationships/slideLayout" Target="../slideLayouts/slideLayout27.xml"/><Relationship Id="rId6" Type="http://schemas.openxmlformats.org/officeDocument/2006/relationships/slideLayout" Target="../slideLayouts/slideLayout28.xml"/><Relationship Id="rId7" Type="http://schemas.openxmlformats.org/officeDocument/2006/relationships/slideLayout" Target="../slideLayouts/slideLayout29.xml"/><Relationship Id="rId8" Type="http://schemas.openxmlformats.org/officeDocument/2006/relationships/slideLayout" Target="../slideLayouts/slideLayout30.xml"/><Relationship Id="rId9" Type="http://schemas.openxmlformats.org/officeDocument/2006/relationships/slideLayout" Target="../slideLayouts/slideLayout31.xml"/><Relationship Id="rId10" Type="http://schemas.openxmlformats.org/officeDocument/2006/relationships/slideLayout" Target="../slideLayouts/slideLayout32.xml"/><Relationship Id="rId11" Type="http://schemas.openxmlformats.org/officeDocument/2006/relationships/slideLayout" Target="../slideLayouts/slideLayout33.xml"/><Relationship Id="rId1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0"/>
          <p:cNvSpPr txBox="1"/>
          <p:nvPr>
            <p:ph type="title"/>
          </p:nvPr>
        </p:nvSpPr>
        <p:spPr>
          <a:xfrm>
            <a:off x="609600" y="351367"/>
            <a:ext cx="10972800" cy="800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3200"/>
              <a:buFont typeface="Verdana"/>
              <a:buNone/>
              <a:defRPr b="1" i="0" sz="3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10"/>
          <p:cNvSpPr txBox="1"/>
          <p:nvPr>
            <p:ph idx="1" type="body"/>
          </p:nvPr>
        </p:nvSpPr>
        <p:spPr>
          <a:xfrm>
            <a:off x="609600" y="1524000"/>
            <a:ext cx="10972800" cy="46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marR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indent="-355600" lvl="1" marL="914400" marR="0" rtl="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Verdana"/>
              <a:buChar char="─"/>
              <a:defRPr b="0" i="0" sz="20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indent="-342900" lvl="2" marL="1371600" marR="0" rtl="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Noto Sans Symbols"/>
              <a:buChar char="▪"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indent="-330200" lvl="3" marL="1828800" marR="0" rtl="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Courier New"/>
              <a:buChar char="o"/>
              <a:defRPr b="0" i="0" sz="16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indent="-330200" lvl="4" marL="2286000" marR="0" rtl="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indent="-330200" lvl="5" marL="274320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2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indent="-330200" lvl="6" marL="320040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2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indent="-330200" lvl="7" marL="365760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2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indent="-330200" lvl="8" marL="411480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2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/>
        </p:txBody>
      </p:sp>
      <p:sp>
        <p:nvSpPr>
          <p:cNvPr id="12" name="Google Shape;12;p10"/>
          <p:cNvSpPr txBox="1"/>
          <p:nvPr>
            <p:ph idx="12" type="sldNum"/>
          </p:nvPr>
        </p:nvSpPr>
        <p:spPr>
          <a:xfrm>
            <a:off x="1" y="6387664"/>
            <a:ext cx="609600" cy="3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3" name="Google Shape;13;p10"/>
          <p:cNvSpPr/>
          <p:nvPr/>
        </p:nvSpPr>
        <p:spPr>
          <a:xfrm>
            <a:off x="609600" y="1234967"/>
            <a:ext cx="11582400" cy="456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4" name="Google Shape;14;p10"/>
          <p:cNvSpPr txBox="1"/>
          <p:nvPr/>
        </p:nvSpPr>
        <p:spPr>
          <a:xfrm>
            <a:off x="7315200" y="6400800"/>
            <a:ext cx="4470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Oakland University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" name="Google Shape;15;p10"/>
          <p:cNvSpPr txBox="1"/>
          <p:nvPr>
            <p:ph idx="11" type="ftr"/>
          </p:nvPr>
        </p:nvSpPr>
        <p:spPr>
          <a:xfrm>
            <a:off x="609600" y="6400800"/>
            <a:ext cx="68073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3ecd9d5b514_4_0"/>
          <p:cNvSpPr txBox="1"/>
          <p:nvPr>
            <p:ph type="title"/>
          </p:nvPr>
        </p:nvSpPr>
        <p:spPr>
          <a:xfrm>
            <a:off x="609600" y="351367"/>
            <a:ext cx="10972800" cy="800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3200"/>
              <a:buFont typeface="Verdana"/>
              <a:buNone/>
              <a:defRPr b="1" i="0" sz="3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5" name="Google Shape;75;g3ecd9d5b514_4_0"/>
          <p:cNvSpPr txBox="1"/>
          <p:nvPr>
            <p:ph idx="1" type="body"/>
          </p:nvPr>
        </p:nvSpPr>
        <p:spPr>
          <a:xfrm>
            <a:off x="609600" y="1524000"/>
            <a:ext cx="10972800" cy="46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marR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indent="-355600" lvl="1" marL="914400" marR="0" rtl="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Verdana"/>
              <a:buChar char="─"/>
              <a:defRPr b="0" i="0" sz="20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indent="-342900" lvl="2" marL="1371600" marR="0" rtl="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Noto Sans Symbols"/>
              <a:buChar char="▪"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indent="-330200" lvl="3" marL="1828800" marR="0" rtl="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Courier New"/>
              <a:buChar char="o"/>
              <a:defRPr b="0" i="0" sz="16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indent="-330200" lvl="4" marL="2286000" marR="0" rtl="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indent="-330200" lvl="5" marL="274320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2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indent="-330200" lvl="6" marL="320040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2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indent="-330200" lvl="7" marL="365760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2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indent="-330200" lvl="8" marL="411480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2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/>
        </p:txBody>
      </p:sp>
      <p:sp>
        <p:nvSpPr>
          <p:cNvPr id="76" name="Google Shape;76;g3ecd9d5b514_4_0"/>
          <p:cNvSpPr txBox="1"/>
          <p:nvPr>
            <p:ph idx="12" type="sldNum"/>
          </p:nvPr>
        </p:nvSpPr>
        <p:spPr>
          <a:xfrm>
            <a:off x="1" y="6387664"/>
            <a:ext cx="609600" cy="3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77" name="Google Shape;77;g3ecd9d5b514_4_0"/>
          <p:cNvSpPr/>
          <p:nvPr/>
        </p:nvSpPr>
        <p:spPr>
          <a:xfrm>
            <a:off x="609600" y="1234967"/>
            <a:ext cx="11582400" cy="456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78" name="Google Shape;78;g3ecd9d5b514_4_0"/>
          <p:cNvSpPr txBox="1"/>
          <p:nvPr/>
        </p:nvSpPr>
        <p:spPr>
          <a:xfrm>
            <a:off x="7315200" y="6400800"/>
            <a:ext cx="4470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Oakland University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" name="Google Shape;79;g3ecd9d5b514_4_0"/>
          <p:cNvSpPr txBox="1"/>
          <p:nvPr>
            <p:ph idx="11" type="ftr"/>
          </p:nvPr>
        </p:nvSpPr>
        <p:spPr>
          <a:xfrm>
            <a:off x="609600" y="6400800"/>
            <a:ext cx="68073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ecd9d5b514_2_0"/>
          <p:cNvSpPr txBox="1"/>
          <p:nvPr>
            <p:ph type="title"/>
          </p:nvPr>
        </p:nvSpPr>
        <p:spPr>
          <a:xfrm>
            <a:off x="609600" y="351367"/>
            <a:ext cx="10972800" cy="800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3200"/>
              <a:buFont typeface="Verdana"/>
              <a:buNone/>
              <a:defRPr b="1" i="0" sz="3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9" name="Google Shape;139;g3ecd9d5b514_2_0"/>
          <p:cNvSpPr txBox="1"/>
          <p:nvPr>
            <p:ph idx="1" type="body"/>
          </p:nvPr>
        </p:nvSpPr>
        <p:spPr>
          <a:xfrm>
            <a:off x="609600" y="1524000"/>
            <a:ext cx="10972800" cy="46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marR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indent="-355600" lvl="1" marL="914400" marR="0" rtl="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Verdana"/>
              <a:buChar char="─"/>
              <a:defRPr b="0" i="0" sz="20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indent="-342900" lvl="2" marL="1371600" marR="0" rtl="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Noto Sans Symbols"/>
              <a:buChar char="▪"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indent="-330200" lvl="3" marL="1828800" marR="0" rtl="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Courier New"/>
              <a:buChar char="o"/>
              <a:defRPr b="0" i="0" sz="16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indent="-330200" lvl="4" marL="2286000" marR="0" rtl="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indent="-330200" lvl="5" marL="274320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2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indent="-330200" lvl="6" marL="320040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2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indent="-330200" lvl="7" marL="365760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2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indent="-330200" lvl="8" marL="411480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2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/>
        </p:txBody>
      </p:sp>
      <p:sp>
        <p:nvSpPr>
          <p:cNvPr id="140" name="Google Shape;140;g3ecd9d5b514_2_0"/>
          <p:cNvSpPr txBox="1"/>
          <p:nvPr>
            <p:ph idx="12" type="sldNum"/>
          </p:nvPr>
        </p:nvSpPr>
        <p:spPr>
          <a:xfrm>
            <a:off x="1" y="6387664"/>
            <a:ext cx="609600" cy="3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41" name="Google Shape;141;g3ecd9d5b514_2_0"/>
          <p:cNvSpPr/>
          <p:nvPr/>
        </p:nvSpPr>
        <p:spPr>
          <a:xfrm>
            <a:off x="609600" y="1234967"/>
            <a:ext cx="11582400" cy="456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42" name="Google Shape;142;g3ecd9d5b514_2_0"/>
          <p:cNvSpPr txBox="1"/>
          <p:nvPr/>
        </p:nvSpPr>
        <p:spPr>
          <a:xfrm>
            <a:off x="7315200" y="6400800"/>
            <a:ext cx="4470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Oakland University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" name="Google Shape;143;g3ecd9d5b514_2_0"/>
          <p:cNvSpPr txBox="1"/>
          <p:nvPr>
            <p:ph idx="11" type="ftr"/>
          </p:nvPr>
        </p:nvSpPr>
        <p:spPr>
          <a:xfrm>
            <a:off x="609600" y="6400800"/>
            <a:ext cx="68073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image" Target="../media/image11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image" Target="../media/image12.png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1"/>
          <p:cNvSpPr txBox="1"/>
          <p:nvPr>
            <p:ph type="title"/>
          </p:nvPr>
        </p:nvSpPr>
        <p:spPr>
          <a:xfrm>
            <a:off x="611868" y="1447800"/>
            <a:ext cx="9422946" cy="1676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r>
              <a:rPr>
                <a:latin typeface="Verdana"/>
              </a:rPr>
              <a:t>Path Tracking &amp; Control</a:t>
            </a:r>
          </a:p>
        </p:txBody>
      </p:sp>
      <p:sp>
        <p:nvSpPr>
          <p:cNvPr id="207" name="Google Shape;207;p1"/>
          <p:cNvSpPr txBox="1"/>
          <p:nvPr>
            <p:ph idx="1" type="body"/>
          </p:nvPr>
        </p:nvSpPr>
        <p:spPr>
          <a:xfrm>
            <a:off x="625475" y="3124200"/>
            <a:ext cx="9144000" cy="584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r>
              <a:rPr>
                <a:latin typeface="Verdana"/>
              </a:rPr>
              <a:t>Turning a state estimate into a steering command</a:t>
            </a:r>
          </a:p>
        </p:txBody>
      </p:sp>
      <p:sp>
        <p:nvSpPr>
          <p:cNvPr id="208" name="Google Shape;208;p1"/>
          <p:cNvSpPr txBox="1"/>
          <p:nvPr>
            <p:ph idx="12" type="sldNum"/>
          </p:nvPr>
        </p:nvSpPr>
        <p:spPr>
          <a:xfrm>
            <a:off x="1" y="6387664"/>
            <a:ext cx="609600" cy="3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09" name="Google Shape;209;p1"/>
          <p:cNvSpPr txBox="1"/>
          <p:nvPr>
            <p:ph idx="11" type="ftr"/>
          </p:nvPr>
        </p:nvSpPr>
        <p:spPr>
          <a:xfrm>
            <a:off x="279725" y="6432375"/>
            <a:ext cx="68073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r>
              <a:rPr>
                <a:latin typeface="Verdana"/>
              </a:rPr>
              <a:t>Workshop N4 · Act · 30-Minute Lecture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Verdana"/>
              </a:rPr>
              <a:t>From estimate to action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1600200"/>
            <a:ext cx="1106424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900">
                <a:latin typeface="Verdana"/>
              </a:rPr>
              <a:t>N2 said the filter is an observer, not a controller — the controller is the next module. N3 hands us tracked objects; now we act.</a:t>
            </a:r>
          </a:p>
          <a:p>
            <a:pPr>
              <a:spcAft>
                <a:spcPts val="700"/>
              </a:spcAft>
            </a:pPr>
            <a:r>
              <a:rPr sz="1600">
                <a:latin typeface="Verdana"/>
              </a:rPr>
              <a:t>•  Input: a reference path + the vehicle's state</a:t>
            </a:r>
          </a:p>
          <a:p>
            <a:pPr>
              <a:spcAft>
                <a:spcPts val="700"/>
              </a:spcAft>
            </a:pPr>
            <a:r>
              <a:rPr sz="1600">
                <a:latin typeface="Verdana"/>
              </a:rPr>
              <a:t>•  Output: a steering angle, every timestep</a:t>
            </a:r>
          </a:p>
          <a:p>
            <a:pPr>
              <a:spcAft>
                <a:spcPts val="700"/>
              </a:spcAft>
            </a:pPr>
            <a:r>
              <a:rPr sz="1600">
                <a:latin typeface="Verdana"/>
              </a:rPr>
              <a:t>•  Two classical geometric controllers, no learning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Verdana"/>
              </a:rPr>
              <a:t>Kinematic bicycle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600200"/>
            <a:ext cx="42976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800">
                <a:latin typeface="Verdana"/>
              </a:rPr>
              <a:t>A tractable stand-in for vehicle dynamics.</a:t>
            </a:r>
          </a:p>
          <a:p>
            <a:pPr>
              <a:spcAft>
                <a:spcPts val="700"/>
              </a:spcAft>
            </a:pPr>
            <a:r>
              <a:rPr sz="1500">
                <a:latin typeface="Verdana"/>
              </a:rPr>
              <a:t>•  State [x, y, heading, v]</a:t>
            </a:r>
          </a:p>
          <a:p>
            <a:pPr>
              <a:spcAft>
                <a:spcPts val="700"/>
              </a:spcAft>
            </a:pPr>
            <a:r>
              <a:rPr sz="1500">
                <a:latin typeface="Verdana"/>
              </a:rPr>
              <a:t>•  Controls: steering δ and acceleration</a:t>
            </a:r>
          </a:p>
          <a:p>
            <a:pPr>
              <a:spcAft>
                <a:spcPts val="700"/>
              </a:spcAft>
            </a:pPr>
            <a:r>
              <a:rPr sz="1500">
                <a:latin typeface="Verdana"/>
              </a:rPr>
              <a:t>•  One step forward = bicycle_step</a:t>
            </a:r>
          </a:p>
        </p:txBody>
      </p:sp>
      <p:pic>
        <p:nvPicPr>
          <p:cNvPr id="4" name="Picture 3" descr="n4_bicyc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3480" y="2705731"/>
            <a:ext cx="6766560" cy="2543818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Verdana"/>
              </a:rPr>
              <a:t>The bicycle model in equations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1417320"/>
            <a:ext cx="110642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800">
                <a:latin typeface="Verdana"/>
              </a:rPr>
              <a:t>Four states, two controls — integrate forward each tick.</a:t>
            </a:r>
          </a:p>
        </p:txBody>
      </p:sp>
      <p:pic>
        <p:nvPicPr>
          <p:cNvPr id="4" name="Picture 3" descr="eq_bicyc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75148" y="2468880"/>
            <a:ext cx="3119783" cy="23774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66928" y="5120640"/>
            <a:ext cx="110642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500">
                <a:latin typeface="Verdana"/>
              </a:rPr>
              <a:t>x, y position; ψ heading; v speed</a:t>
            </a:r>
          </a:p>
          <a:p>
            <a:pPr>
              <a:spcAft>
                <a:spcPts val="700"/>
              </a:spcAft>
            </a:pPr>
            <a:r>
              <a:rPr sz="1400">
                <a:latin typeface="Verdana"/>
              </a:rPr>
              <a:t>•  δ steering and a acceleration are the inputs</a:t>
            </a:r>
          </a:p>
          <a:p>
            <a:pPr>
              <a:spcAft>
                <a:spcPts val="700"/>
              </a:spcAft>
            </a:pPr>
            <a:r>
              <a:rPr sz="1400">
                <a:latin typeface="Verdana"/>
              </a:rPr>
              <a:t>•  Stepped by Δt in bicycle_step — plain forward-Euler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Verdana"/>
              </a:rPr>
              <a:t>Pure pursuit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600200"/>
            <a:ext cx="42976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800">
                <a:latin typeface="Verdana"/>
              </a:rPr>
              <a:t>Aim at a point a fixed distance ahead and steer toward it.</a:t>
            </a:r>
          </a:p>
          <a:p>
            <a:pPr>
              <a:spcAft>
                <a:spcPts val="700"/>
              </a:spcAft>
            </a:pPr>
            <a:r>
              <a:rPr sz="1500">
                <a:latin typeface="Verdana"/>
              </a:rPr>
              <a:t>•  One knob: the lookahead L_d</a:t>
            </a:r>
          </a:p>
          <a:p>
            <a:pPr>
              <a:spcAft>
                <a:spcPts val="700"/>
              </a:spcAft>
            </a:pPr>
            <a:r>
              <a:rPr sz="1500">
                <a:latin typeface="Verdana"/>
              </a:rPr>
              <a:t>•  Short = twitchy; long = cuts corners</a:t>
            </a:r>
          </a:p>
          <a:p>
            <a:pPr>
              <a:spcAft>
                <a:spcPts val="700"/>
              </a:spcAft>
            </a:pPr>
            <a:r>
              <a:rPr sz="1500">
                <a:latin typeface="Verdana"/>
              </a:rPr>
              <a:t>•  δ = atan(2 L sin α / L_d)</a:t>
            </a:r>
          </a:p>
        </p:txBody>
      </p:sp>
      <p:pic>
        <p:nvPicPr>
          <p:cNvPr id="4" name="Picture 3" descr="n4_pursui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3480" y="2224027"/>
            <a:ext cx="6766560" cy="3507226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Verdana"/>
              </a:rPr>
              <a:t>Pure pursuit, derived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1417320"/>
            <a:ext cx="110642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800">
                <a:latin typeface="Verdana"/>
              </a:rPr>
              <a:t>Fit a circular arc through the rear axle and the lookahead point.</a:t>
            </a:r>
          </a:p>
        </p:txBody>
      </p:sp>
      <p:pic>
        <p:nvPicPr>
          <p:cNvPr id="4" name="Picture 3" descr="eq_pursui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97166" y="2468880"/>
            <a:ext cx="3875747" cy="23774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66928" y="5120640"/>
            <a:ext cx="110642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500">
                <a:latin typeface="Verdana"/>
              </a:rPr>
              <a:t>α = angle from the heading to the lookahead point</a:t>
            </a:r>
          </a:p>
          <a:p>
            <a:pPr>
              <a:spcAft>
                <a:spcPts val="700"/>
              </a:spcAft>
            </a:pPr>
            <a:r>
              <a:rPr sz="1400">
                <a:latin typeface="Verdana"/>
              </a:rPr>
              <a:t>•  Larger L_d ⇒ gentler steer (smaller curvature)</a:t>
            </a:r>
          </a:p>
          <a:p>
            <a:pPr>
              <a:spcAft>
                <a:spcPts val="700"/>
              </a:spcAft>
            </a:pPr>
            <a:r>
              <a:rPr sz="1400">
                <a:latin typeface="Verdana"/>
              </a:rPr>
              <a:t>•  Curvature κ = 2 sin α / L_d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Verdana"/>
              </a:rPr>
              <a:t>Stanley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600200"/>
            <a:ext cx="42976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800">
                <a:latin typeface="Verdana"/>
              </a:rPr>
              <a:t>Cancel heading error and cross-track error together.</a:t>
            </a:r>
          </a:p>
          <a:p>
            <a:pPr>
              <a:spcAft>
                <a:spcPts val="700"/>
              </a:spcAft>
            </a:pPr>
            <a:r>
              <a:rPr sz="1500">
                <a:latin typeface="Verdana"/>
              </a:rPr>
              <a:t>•  Steers from the FRONT axle</a:t>
            </a:r>
          </a:p>
          <a:p>
            <a:pPr>
              <a:spcAft>
                <a:spcPts val="700"/>
              </a:spcAft>
            </a:pPr>
            <a:r>
              <a:rPr sz="1500">
                <a:latin typeface="Verdana"/>
              </a:rPr>
              <a:t>•  Hugs the path harder than pure pursuit</a:t>
            </a:r>
          </a:p>
          <a:p>
            <a:pPr>
              <a:spcAft>
                <a:spcPts val="700"/>
              </a:spcAft>
            </a:pPr>
            <a:r>
              <a:rPr sz="1500">
                <a:latin typeface="Verdana"/>
              </a:rPr>
              <a:t>•  The DARPA Grand Challenge winner</a:t>
            </a:r>
          </a:p>
        </p:txBody>
      </p:sp>
      <p:pic>
        <p:nvPicPr>
          <p:cNvPr id="4" name="Picture 3" descr="n4_stanle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18011" y="1417320"/>
            <a:ext cx="6697497" cy="512064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Verdana"/>
              </a:rPr>
              <a:t>Stanley, the control law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1417320"/>
            <a:ext cx="110642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800">
                <a:latin typeface="Verdana"/>
              </a:rPr>
              <a:t>Two terms: align the heading, then kill the lateral offset.</a:t>
            </a:r>
          </a:p>
        </p:txBody>
      </p:sp>
      <p:pic>
        <p:nvPicPr>
          <p:cNvPr id="4" name="Picture 3" descr="eq_stanle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2568355"/>
            <a:ext cx="10058400" cy="217849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66928" y="5120640"/>
            <a:ext cx="110642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500">
                <a:latin typeface="Verdana"/>
              </a:rPr>
              <a:t>First term: path heading − vehicle heading (point the right way)</a:t>
            </a:r>
          </a:p>
          <a:p>
            <a:pPr>
              <a:spcAft>
                <a:spcPts val="700"/>
              </a:spcAft>
            </a:pPr>
            <a:r>
              <a:rPr sz="1400">
                <a:latin typeface="Verdana"/>
              </a:rPr>
              <a:t>•  Second term: cross-track error e, gain k, speed v (slide back onto the line)</a:t>
            </a:r>
          </a:p>
          <a:p>
            <a:pPr>
              <a:spcAft>
                <a:spcPts val="700"/>
              </a:spcAft>
            </a:pPr>
            <a:r>
              <a:rPr sz="1400">
                <a:latin typeface="Verdana"/>
              </a:rPr>
              <a:t>•  arctan bounds the correction; ÷v softens it at speed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Verdana"/>
              </a:rPr>
              <a:t>Tuning the tradeoff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600200"/>
            <a:ext cx="42976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800">
                <a:latin typeface="Verdana"/>
              </a:rPr>
              <a:t>Aggression vs stability vs accuracy.</a:t>
            </a:r>
          </a:p>
          <a:p>
            <a:pPr>
              <a:spcAft>
                <a:spcPts val="700"/>
              </a:spcAft>
            </a:pPr>
            <a:r>
              <a:rPr sz="1500">
                <a:latin typeface="Verdana"/>
              </a:rPr>
              <a:t>•  Sweep the lookahead, watch cross-track error</a:t>
            </a:r>
          </a:p>
          <a:p>
            <a:pPr>
              <a:spcAft>
                <a:spcPts val="700"/>
              </a:spcAft>
            </a:pPr>
            <a:r>
              <a:rPr sz="1500">
                <a:latin typeface="Verdana"/>
              </a:rPr>
              <a:t>•  Too short oscillates; too long drifts</a:t>
            </a:r>
          </a:p>
          <a:p>
            <a:pPr>
              <a:spcAft>
                <a:spcPts val="700"/>
              </a:spcAft>
            </a:pPr>
            <a:r>
              <a:rPr sz="1500">
                <a:latin typeface="Verdana"/>
              </a:rPr>
              <a:t>•  Real runs on the synthetic course</a:t>
            </a:r>
          </a:p>
        </p:txBody>
      </p:sp>
      <p:pic>
        <p:nvPicPr>
          <p:cNvPr id="4" name="Picture 3" descr="n4_swee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4240" y="1417320"/>
            <a:ext cx="4385039" cy="512064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Verdana"/>
              </a:rPr>
              <a:t>Tracking the real route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600200"/>
            <a:ext cx="42976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800">
                <a:latin typeface="Verdana"/>
              </a:rPr>
              <a:t>The synthetic course taught the controller; the capstone drives the real KITTI route (drive 0005).</a:t>
            </a:r>
          </a:p>
          <a:p>
            <a:pPr>
              <a:spcAft>
                <a:spcPts val="700"/>
              </a:spcAft>
            </a:pPr>
            <a:r>
              <a:rPr sz="1500">
                <a:latin typeface="Verdana"/>
              </a:rPr>
              <a:t>•  Same controller, real curved path</a:t>
            </a:r>
          </a:p>
          <a:p>
            <a:pPr>
              <a:spcAft>
                <a:spcPts val="700"/>
              </a:spcAft>
            </a:pPr>
            <a:r>
              <a:rPr sz="1500">
                <a:latin typeface="Verdana"/>
              </a:rPr>
              <a:t>•  Bird's-eye view in N3's convention (forward up)</a:t>
            </a:r>
          </a:p>
          <a:p>
            <a:pPr>
              <a:spcAft>
                <a:spcPts val="700"/>
              </a:spcAft>
            </a:pPr>
            <a:r>
              <a:rPr sz="1500">
                <a:latin typeface="Verdana"/>
              </a:rPr>
              <a:t>•  Hands directly to the capstone</a:t>
            </a:r>
          </a:p>
        </p:txBody>
      </p:sp>
      <p:pic>
        <p:nvPicPr>
          <p:cNvPr id="4" name="Picture 3" descr="n4_realrou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64902" y="1417320"/>
            <a:ext cx="2603715" cy="512064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WPI-White">
  <a:themeElements>
    <a:clrScheme name="Custom 2">
      <a:dk1>
        <a:srgbClr val="000000"/>
      </a:dk1>
      <a:lt1>
        <a:srgbClr val="FFFFFF"/>
      </a:lt1>
      <a:dk2>
        <a:srgbClr val="6D6D6D"/>
      </a:dk2>
      <a:lt2>
        <a:srgbClr val="947A4F"/>
      </a:lt2>
      <a:accent1>
        <a:srgbClr val="625135"/>
      </a:accent1>
      <a:accent2>
        <a:srgbClr val="B2B7BB"/>
      </a:accent2>
      <a:accent3>
        <a:srgbClr val="2C6A8C"/>
      </a:accent3>
      <a:accent4>
        <a:srgbClr val="000000"/>
      </a:accent4>
      <a:accent5>
        <a:srgbClr val="46A0DC"/>
      </a:accent5>
      <a:accent6>
        <a:srgbClr val="6D6D6D"/>
      </a:accent6>
      <a:hlink>
        <a:srgbClr val="46A0DC"/>
      </a:hlink>
      <a:folHlink>
        <a:srgbClr val="808DA9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WPI-White">
  <a:themeElements>
    <a:clrScheme name="Custom 2">
      <a:dk1>
        <a:srgbClr val="000000"/>
      </a:dk1>
      <a:lt1>
        <a:srgbClr val="FFFFFF"/>
      </a:lt1>
      <a:dk2>
        <a:srgbClr val="6D6D6D"/>
      </a:dk2>
      <a:lt2>
        <a:srgbClr val="947A4F"/>
      </a:lt2>
      <a:accent1>
        <a:srgbClr val="625135"/>
      </a:accent1>
      <a:accent2>
        <a:srgbClr val="B2B7BB"/>
      </a:accent2>
      <a:accent3>
        <a:srgbClr val="2C6A8C"/>
      </a:accent3>
      <a:accent4>
        <a:srgbClr val="000000"/>
      </a:accent4>
      <a:accent5>
        <a:srgbClr val="46A0DC"/>
      </a:accent5>
      <a:accent6>
        <a:srgbClr val="6D6D6D"/>
      </a:accent6>
      <a:hlink>
        <a:srgbClr val="46A0DC"/>
      </a:hlink>
      <a:folHlink>
        <a:srgbClr val="808DA9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WPI-White">
  <a:themeElements>
    <a:clrScheme name="Custom 2">
      <a:dk1>
        <a:srgbClr val="000000"/>
      </a:dk1>
      <a:lt1>
        <a:srgbClr val="FFFFFF"/>
      </a:lt1>
      <a:dk2>
        <a:srgbClr val="6D6D6D"/>
      </a:dk2>
      <a:lt2>
        <a:srgbClr val="947A4F"/>
      </a:lt2>
      <a:accent1>
        <a:srgbClr val="625135"/>
      </a:accent1>
      <a:accent2>
        <a:srgbClr val="B2B7BB"/>
      </a:accent2>
      <a:accent3>
        <a:srgbClr val="2C6A8C"/>
      </a:accent3>
      <a:accent4>
        <a:srgbClr val="000000"/>
      </a:accent4>
      <a:accent5>
        <a:srgbClr val="46A0DC"/>
      </a:accent5>
      <a:accent6>
        <a:srgbClr val="6D6D6D"/>
      </a:accent6>
      <a:hlink>
        <a:srgbClr val="46A0DC"/>
      </a:hlink>
      <a:folHlink>
        <a:srgbClr val="808DA9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2015-05-27T13:16:15Z</dcterms:created>
  <dc:creator>Melissa</dc:creator>
</cp:coreProperties>
</file>