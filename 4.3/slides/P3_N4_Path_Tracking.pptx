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  <p:sldMasterId id="2147483660" r:id="rId5"/>
    <p:sldMasterId id="2147483672" r:id="rId6"/>
  </p:sldMasterIdLst>
  <p:notesMasterIdLst>
    <p:notesMasterId r:id="rId7"/>
  </p:notesMasterIdLst>
  <p:sldIdLst>
    <p:sldId id="256" r:id="rId8"/>
    <p:sldId id="257" r:id="rId10"/>
    <p:sldId id="258" r:id="rId11"/>
    <p:sldId id="259" r:id="rId12"/>
    <p:sldId id="260" r:id="rId13"/>
    <p:sldId id="261" r:id="rId14"/>
    <p:sldId id="262" r:id="rId15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720">
          <p15:clr>
            <a:srgbClr val="A4A3A4"/>
          </p15:clr>
        </p15:guide>
        <p15:guide id="2" orient="horz" pos="960">
          <p15:clr>
            <a:srgbClr val="A4A3A4"/>
          </p15:clr>
        </p15:guide>
        <p15:guide id="3" orient="horz" pos="3888">
          <p15:clr>
            <a:srgbClr val="A4A3A4"/>
          </p15:clr>
        </p15:guide>
        <p15:guide id="4" pos="456">
          <p15:clr>
            <a:srgbClr val="A4A3A4"/>
          </p15:clr>
        </p15:guide>
        <p15:guide id="5" pos="7296">
          <p15:clr>
            <a:srgbClr val="A4A3A4"/>
          </p15:clr>
        </p15:guide>
      </p15:sldGuideLst>
    </p:ext>
    <p:ext uri="{2D200454-40CA-4A62-9FC3-DE9A4176ACB9}">
      <p15:notesGuideLst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  <p:ext uri="GoogleSlidesCustomDataVersion2">
      <go:slidesCustomData xmlns:go="http://customooxmlschemas.google.com/" r:id="rId17" roundtripDataSignature="AMtx7mhIHJkvAptTC/GWESTxnyggYrQG7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720" orient="horz"/>
        <p:guide pos="960" orient="horz"/>
        <p:guide pos="3888" orient="horz"/>
        <p:guide pos="456"/>
        <p:guide pos="7296"/>
      </p:guideLst>
    </p:cSldViewPr>
  </p:slide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pos="2880" orient="horz"/>
        <p:guide pos="2160"/>
      </p:guideLst>
    </p:cSldViewPr>
  </p:notes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3" name="Google Shape;203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4" name="Google Shape;204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 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7;p11"/>
          <p:cNvPicPr preferRelativeResize="0"/>
          <p:nvPr/>
        </p:nvPicPr>
        <p:blipFill rotWithShape="1">
          <a:blip r:embed="rId2">
            <a:alphaModFix/>
          </a:blip>
          <a:srcRect b="28271" l="0" r="0" t="26669"/>
          <a:stretch/>
        </p:blipFill>
        <p:spPr>
          <a:xfrm>
            <a:off x="7692126" y="4229848"/>
            <a:ext cx="4154698" cy="187213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11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19" name="Google Shape;19;p11"/>
          <p:cNvSpPr txBox="1"/>
          <p:nvPr>
            <p:ph type="title"/>
          </p:nvPr>
        </p:nvSpPr>
        <p:spPr>
          <a:xfrm>
            <a:off x="625475" y="1447800"/>
            <a:ext cx="9144000" cy="1676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000"/>
              <a:buFont typeface="Verdana"/>
              <a:buNone/>
              <a:defRPr b="1" sz="4000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1"/>
          <p:cNvSpPr txBox="1"/>
          <p:nvPr>
            <p:ph idx="1" type="body"/>
          </p:nvPr>
        </p:nvSpPr>
        <p:spPr>
          <a:xfrm>
            <a:off x="625475" y="3124200"/>
            <a:ext cx="914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800"/>
              <a:buNone/>
              <a:defRPr sz="2800">
                <a:solidFill>
                  <a:schemeClr val="dk2"/>
                </a:solidFill>
              </a:defRPr>
            </a:lvl1pPr>
            <a:lvl2pPr indent="-2286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1" name="Google Shape;21;p11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" name="Google Shape;22;p11"/>
          <p:cNvSpPr txBox="1"/>
          <p:nvPr>
            <p:ph idx="11" type="ftr"/>
          </p:nvPr>
        </p:nvSpPr>
        <p:spPr>
          <a:xfrm>
            <a:off x="625475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sz="1600"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56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hotoCaption">
  <p:cSld name="PhotoCaption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2"/>
          <p:cNvSpPr txBox="1"/>
          <p:nvPr>
            <p:ph type="title"/>
          </p:nvPr>
        </p:nvSpPr>
        <p:spPr>
          <a:xfrm>
            <a:off x="609600" y="351367"/>
            <a:ext cx="109728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2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6" name="Google Shape;26;p12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2"/>
          <p:cNvSpPr/>
          <p:nvPr>
            <p:ph idx="2" type="pic"/>
          </p:nvPr>
        </p:nvSpPr>
        <p:spPr>
          <a:xfrm>
            <a:off x="609600" y="1524000"/>
            <a:ext cx="7823100" cy="4648200"/>
          </a:xfrm>
          <a:prstGeom prst="rect">
            <a:avLst/>
          </a:prstGeom>
          <a:noFill/>
          <a:ln>
            <a:noFill/>
          </a:ln>
        </p:spPr>
      </p:sp>
      <p:sp>
        <p:nvSpPr>
          <p:cNvPr id="28" name="Google Shape;28;p12"/>
          <p:cNvSpPr txBox="1"/>
          <p:nvPr>
            <p:ph idx="1" type="body"/>
          </p:nvPr>
        </p:nvSpPr>
        <p:spPr>
          <a:xfrm>
            <a:off x="8737600" y="1524000"/>
            <a:ext cx="2844900" cy="46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Font typeface="Verdana"/>
              <a:buNone/>
              <a:defRPr sz="2000"/>
            </a:lvl1pPr>
            <a:lvl2pPr indent="-3429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─"/>
              <a:defRPr sz="1800"/>
            </a:lvl2pPr>
            <a:lvl3pPr indent="-3302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Char char="▪"/>
              <a:defRPr sz="1600"/>
            </a:lvl3pPr>
            <a:lvl4pPr indent="-3175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Char char="o"/>
              <a:defRPr sz="1400"/>
            </a:lvl4pPr>
            <a:lvl5pPr indent="-3175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 type="obj">
  <p:cSld name="OBJECT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3"/>
          <p:cNvSpPr txBox="1"/>
          <p:nvPr>
            <p:ph type="title"/>
          </p:nvPr>
        </p:nvSpPr>
        <p:spPr>
          <a:xfrm>
            <a:off x="609600" y="351367"/>
            <a:ext cx="109728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3"/>
          <p:cNvSpPr txBox="1"/>
          <p:nvPr>
            <p:ph idx="1" type="body"/>
          </p:nvPr>
        </p:nvSpPr>
        <p:spPr>
          <a:xfrm>
            <a:off x="609600" y="1524000"/>
            <a:ext cx="10972800" cy="46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─"/>
              <a:defRPr/>
            </a:lvl2pPr>
            <a:lvl3pPr indent="-3429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▪"/>
              <a:defRPr/>
            </a:lvl3pPr>
            <a:lvl4pPr indent="-3429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o"/>
              <a:defRPr/>
            </a:lvl4pPr>
            <a:lvl5pPr indent="-3429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13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3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4"/>
          <p:cNvSpPr txBox="1"/>
          <p:nvPr>
            <p:ph type="title"/>
          </p:nvPr>
        </p:nvSpPr>
        <p:spPr>
          <a:xfrm>
            <a:off x="609600" y="76200"/>
            <a:ext cx="110745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Verdana"/>
              <a:buNone/>
              <a:defRPr b="1"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4"/>
          <p:cNvSpPr txBox="1"/>
          <p:nvPr>
            <p:ph idx="1" type="body"/>
          </p:nvPr>
        </p:nvSpPr>
        <p:spPr>
          <a:xfrm>
            <a:off x="4523709" y="1524001"/>
            <a:ext cx="7058700" cy="46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400"/>
              <a:buChar char="•"/>
              <a:defRPr sz="2400"/>
            </a:lvl1pPr>
            <a:lvl2pPr indent="-3683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200"/>
              <a:buChar char="─"/>
              <a:defRPr sz="2200"/>
            </a:lvl2pPr>
            <a:lvl3pPr indent="-3556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000"/>
              <a:buChar char="▪"/>
              <a:defRPr sz="2000"/>
            </a:lvl3pPr>
            <a:lvl4pPr indent="-3429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o"/>
              <a:defRPr sz="1800"/>
            </a:lvl4pPr>
            <a:lvl5pPr indent="-3429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 sz="18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9pPr>
          </a:lstStyle>
          <a:p/>
        </p:txBody>
      </p:sp>
      <p:sp>
        <p:nvSpPr>
          <p:cNvPr id="37" name="Google Shape;37;p14"/>
          <p:cNvSpPr txBox="1"/>
          <p:nvPr>
            <p:ph idx="2" type="body"/>
          </p:nvPr>
        </p:nvSpPr>
        <p:spPr>
          <a:xfrm>
            <a:off x="591890" y="1524000"/>
            <a:ext cx="3564900" cy="46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dk2"/>
                </a:solidFill>
              </a:defRPr>
            </a:lvl1pPr>
            <a:lvl2pPr indent="-2286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38" name="Google Shape;38;p14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39" name="Google Shape;39;p14"/>
          <p:cNvCxnSpPr/>
          <p:nvPr/>
        </p:nvCxnSpPr>
        <p:spPr>
          <a:xfrm rot="5400000">
            <a:off x="2447156" y="3581143"/>
            <a:ext cx="3810000" cy="2100"/>
          </a:xfrm>
          <a:prstGeom prst="straightConnector1">
            <a:avLst/>
          </a:prstGeom>
          <a:noFill/>
          <a:ln cap="flat" cmpd="sng" w="15875">
            <a:solidFill>
              <a:srgbClr val="B5B5B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" name="Google Shape;40;p14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Red" showMasterSp="0">
  <p:cSld name="BlankRed">
    <p:bg>
      <p:bgPr>
        <a:solidFill>
          <a:schemeClr val="lt2"/>
        </a:solidFill>
      </p:bgPr>
    </p:bg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15"/>
          <p:cNvPicPr preferRelativeResize="0"/>
          <p:nvPr/>
        </p:nvPicPr>
        <p:blipFill rotWithShape="1">
          <a:blip r:embed="rId2">
            <a:alphaModFix amt="10000"/>
          </a:blip>
          <a:srcRect b="0" l="0" r="0" t="0"/>
          <a:stretch/>
        </p:blipFill>
        <p:spPr>
          <a:xfrm>
            <a:off x="4009882" y="1342882"/>
            <a:ext cx="4172236" cy="4172236"/>
          </a:xfrm>
          <a:prstGeom prst="rect">
            <a:avLst/>
          </a:prstGeom>
          <a:noFill/>
          <a:ln>
            <a:noFill/>
          </a:ln>
          <a:effectLst>
            <a:outerShdw blurRad="50800" rotWithShape="0" algn="ctr">
              <a:srgbClr val="000000"/>
            </a:outerShdw>
          </a:effectLst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reyWatermark-20.png" id="44" name="Google Shape;44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949092" y="2703302"/>
            <a:ext cx="4242908" cy="4154698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6"/>
          <p:cNvSpPr txBox="1"/>
          <p:nvPr>
            <p:ph type="ctrTitle"/>
          </p:nvPr>
        </p:nvSpPr>
        <p:spPr>
          <a:xfrm>
            <a:off x="609600" y="2537925"/>
            <a:ext cx="9144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000"/>
              <a:buFont typeface="Verdana"/>
              <a:buNone/>
              <a:defRPr b="1" sz="4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16"/>
          <p:cNvSpPr txBox="1"/>
          <p:nvPr>
            <p:ph idx="1" type="subTitle"/>
          </p:nvPr>
        </p:nvSpPr>
        <p:spPr>
          <a:xfrm>
            <a:off x="609600" y="4293573"/>
            <a:ext cx="91440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800"/>
              <a:buNone/>
              <a:defRPr sz="2800">
                <a:solidFill>
                  <a:schemeClr val="dk2"/>
                </a:solidFill>
              </a:defRPr>
            </a:lvl1pPr>
            <a:lvl2pPr lvl="1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pic>
        <p:nvPicPr>
          <p:cNvPr id="47" name="Google Shape;47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1200" y="1102893"/>
            <a:ext cx="3383439" cy="8722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456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2" showMasterSp="0">
  <p:cSld name="Title2">
    <p:bg>
      <p:bgPr>
        <a:solidFill>
          <a:schemeClr val="lt2"/>
        </a:solidFill>
      </p:bgPr>
    </p:bg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49;p17"/>
          <p:cNvPicPr preferRelativeResize="0"/>
          <p:nvPr/>
        </p:nvPicPr>
        <p:blipFill rotWithShape="1">
          <a:blip r:embed="rId2">
            <a:alphaModFix amt="10000"/>
          </a:blip>
          <a:srcRect b="0" l="0" r="0" t="0"/>
          <a:stretch/>
        </p:blipFill>
        <p:spPr>
          <a:xfrm>
            <a:off x="8019764" y="2702755"/>
            <a:ext cx="4172236" cy="4172236"/>
          </a:xfrm>
          <a:prstGeom prst="rect">
            <a:avLst/>
          </a:prstGeom>
          <a:noFill/>
          <a:ln>
            <a:noFill/>
          </a:ln>
          <a:effectLst>
            <a:outerShdw blurRad="50800" rotWithShape="0" algn="ctr">
              <a:srgbClr val="000000"/>
            </a:outerShdw>
          </a:effectLst>
        </p:spPr>
      </p:pic>
      <p:sp>
        <p:nvSpPr>
          <p:cNvPr id="50" name="Google Shape;50;p17"/>
          <p:cNvSpPr txBox="1"/>
          <p:nvPr>
            <p:ph type="ctrTitle"/>
          </p:nvPr>
        </p:nvSpPr>
        <p:spPr>
          <a:xfrm>
            <a:off x="609600" y="2537925"/>
            <a:ext cx="9144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Verdana"/>
              <a:buNone/>
              <a:defRPr b="1" sz="4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7"/>
          <p:cNvSpPr txBox="1"/>
          <p:nvPr>
            <p:ph idx="1" type="subTitle"/>
          </p:nvPr>
        </p:nvSpPr>
        <p:spPr>
          <a:xfrm>
            <a:off x="609600" y="4293573"/>
            <a:ext cx="91440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800"/>
              <a:buNone/>
              <a:defRPr sz="2800">
                <a:solidFill>
                  <a:schemeClr val="lt1"/>
                </a:solidFill>
              </a:defRPr>
            </a:lvl1pPr>
            <a:lvl2pPr lvl="1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8"/>
          <p:cNvSpPr txBox="1"/>
          <p:nvPr>
            <p:ph type="title"/>
          </p:nvPr>
        </p:nvSpPr>
        <p:spPr>
          <a:xfrm>
            <a:off x="609600" y="351367"/>
            <a:ext cx="109728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18"/>
          <p:cNvSpPr txBox="1"/>
          <p:nvPr>
            <p:ph idx="1" type="body"/>
          </p:nvPr>
        </p:nvSpPr>
        <p:spPr>
          <a:xfrm>
            <a:off x="1016000" y="1676400"/>
            <a:ext cx="4876800" cy="44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400"/>
              <a:buChar char="•"/>
              <a:defRPr sz="2400"/>
            </a:lvl1pPr>
            <a:lvl2pPr indent="-3556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000"/>
              <a:buChar char="─"/>
              <a:defRPr sz="2000"/>
            </a:lvl2pPr>
            <a:lvl3pPr indent="-3429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▪"/>
              <a:defRPr sz="1800"/>
            </a:lvl3pPr>
            <a:lvl4pPr indent="-3302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Char char="o"/>
              <a:defRPr sz="1600"/>
            </a:lvl4pPr>
            <a:lvl5pPr indent="-3302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sz="16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9pPr>
          </a:lstStyle>
          <a:p/>
        </p:txBody>
      </p:sp>
      <p:sp>
        <p:nvSpPr>
          <p:cNvPr id="55" name="Google Shape;55;p18"/>
          <p:cNvSpPr txBox="1"/>
          <p:nvPr>
            <p:ph idx="2" type="body"/>
          </p:nvPr>
        </p:nvSpPr>
        <p:spPr>
          <a:xfrm>
            <a:off x="6197600" y="1676400"/>
            <a:ext cx="4876800" cy="44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400"/>
              <a:buChar char="•"/>
              <a:defRPr sz="2400"/>
            </a:lvl1pPr>
            <a:lvl2pPr indent="-3556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000"/>
              <a:buChar char="─"/>
              <a:defRPr sz="2000"/>
            </a:lvl2pPr>
            <a:lvl3pPr indent="-3429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▪"/>
              <a:defRPr sz="1800"/>
            </a:lvl3pPr>
            <a:lvl4pPr indent="-3302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Char char="o"/>
              <a:defRPr sz="1600"/>
            </a:lvl4pPr>
            <a:lvl5pPr indent="-3302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sz="16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9pPr>
          </a:lstStyle>
          <a:p/>
        </p:txBody>
      </p:sp>
      <p:sp>
        <p:nvSpPr>
          <p:cNvPr id="56" name="Google Shape;56;p18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7" name="Google Shape;57;p18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9"/>
          <p:cNvSpPr txBox="1"/>
          <p:nvPr>
            <p:ph type="title"/>
          </p:nvPr>
        </p:nvSpPr>
        <p:spPr>
          <a:xfrm>
            <a:off x="609600" y="351367"/>
            <a:ext cx="109728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Verdana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9"/>
          <p:cNvSpPr txBox="1"/>
          <p:nvPr>
            <p:ph idx="1" type="body"/>
          </p:nvPr>
        </p:nvSpPr>
        <p:spPr>
          <a:xfrm>
            <a:off x="1016000" y="1496736"/>
            <a:ext cx="48768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None/>
              <a:defRPr b="1" sz="20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61" name="Google Shape;61;p19"/>
          <p:cNvSpPr txBox="1"/>
          <p:nvPr>
            <p:ph idx="2" type="body"/>
          </p:nvPr>
        </p:nvSpPr>
        <p:spPr>
          <a:xfrm>
            <a:off x="1016000" y="2216400"/>
            <a:ext cx="4876800" cy="395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556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Char char="•"/>
              <a:defRPr sz="2000"/>
            </a:lvl1pPr>
            <a:lvl2pPr indent="-3429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─"/>
              <a:defRPr sz="1800"/>
            </a:lvl2pPr>
            <a:lvl3pPr indent="-3302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Char char="▪"/>
              <a:defRPr sz="1600"/>
            </a:lvl3pPr>
            <a:lvl4pPr indent="-3175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Char char="o"/>
              <a:defRPr sz="1400"/>
            </a:lvl4pPr>
            <a:lvl5pPr indent="-3175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9pPr>
          </a:lstStyle>
          <a:p/>
        </p:txBody>
      </p:sp>
      <p:sp>
        <p:nvSpPr>
          <p:cNvPr id="62" name="Google Shape;62;p19"/>
          <p:cNvSpPr txBox="1"/>
          <p:nvPr>
            <p:ph idx="3" type="body"/>
          </p:nvPr>
        </p:nvSpPr>
        <p:spPr>
          <a:xfrm>
            <a:off x="6197600" y="1496736"/>
            <a:ext cx="48768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None/>
              <a:defRPr b="1" sz="20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63" name="Google Shape;63;p19"/>
          <p:cNvSpPr txBox="1"/>
          <p:nvPr>
            <p:ph idx="4" type="body"/>
          </p:nvPr>
        </p:nvSpPr>
        <p:spPr>
          <a:xfrm>
            <a:off x="6197600" y="2216400"/>
            <a:ext cx="4876800" cy="395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556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Char char="•"/>
              <a:defRPr sz="2000"/>
            </a:lvl1pPr>
            <a:lvl2pPr indent="-3429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─"/>
              <a:defRPr sz="1800"/>
            </a:lvl2pPr>
            <a:lvl3pPr indent="-3302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Char char="▪"/>
              <a:defRPr sz="1600"/>
            </a:lvl3pPr>
            <a:lvl4pPr indent="-3175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Char char="o"/>
              <a:defRPr sz="1400"/>
            </a:lvl4pPr>
            <a:lvl5pPr indent="-3175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9pPr>
          </a:lstStyle>
          <a:p/>
        </p:txBody>
      </p:sp>
      <p:sp>
        <p:nvSpPr>
          <p:cNvPr id="64" name="Google Shape;64;p19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5" name="Google Shape;65;p19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0"/>
          <p:cNvSpPr txBox="1"/>
          <p:nvPr>
            <p:ph type="title"/>
          </p:nvPr>
        </p:nvSpPr>
        <p:spPr>
          <a:xfrm>
            <a:off x="609600" y="351367"/>
            <a:ext cx="109728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0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9" name="Google Shape;69;p20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1"/>
          <p:cNvSpPr txBox="1"/>
          <p:nvPr>
            <p:ph idx="12" type="sldNum"/>
          </p:nvPr>
        </p:nvSpPr>
        <p:spPr>
          <a:xfrm>
            <a:off x="1" y="6391657"/>
            <a:ext cx="6123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2" name="Google Shape;72;p21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 type="obj">
  <p:cSld name="OBJECT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ecd9d5b514_4_14"/>
          <p:cNvSpPr txBox="1"/>
          <p:nvPr>
            <p:ph type="title"/>
          </p:nvPr>
        </p:nvSpPr>
        <p:spPr>
          <a:xfrm>
            <a:off x="609600" y="351367"/>
            <a:ext cx="109728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g3ecd9d5b514_4_14"/>
          <p:cNvSpPr txBox="1"/>
          <p:nvPr>
            <p:ph idx="1" type="body"/>
          </p:nvPr>
        </p:nvSpPr>
        <p:spPr>
          <a:xfrm>
            <a:off x="609600" y="1524000"/>
            <a:ext cx="10972800" cy="46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─"/>
              <a:defRPr/>
            </a:lvl2pPr>
            <a:lvl3pPr indent="-3429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▪"/>
              <a:defRPr/>
            </a:lvl3pPr>
            <a:lvl4pPr indent="-3429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o"/>
              <a:defRPr/>
            </a:lvl4pPr>
            <a:lvl5pPr indent="-3429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83" name="Google Shape;83;g3ecd9d5b514_4_14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g3ecd9d5b514_4_14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g3ecd9d5b514_4_7"/>
          <p:cNvPicPr preferRelativeResize="0"/>
          <p:nvPr/>
        </p:nvPicPr>
        <p:blipFill rotWithShape="1">
          <a:blip r:embed="rId2">
            <a:alphaModFix/>
          </a:blip>
          <a:srcRect b="28271" l="0" r="0" t="26669"/>
          <a:stretch/>
        </p:blipFill>
        <p:spPr>
          <a:xfrm>
            <a:off x="7692126" y="4229848"/>
            <a:ext cx="4154698" cy="187213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g3ecd9d5b514_4_7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88" name="Google Shape;88;g3ecd9d5b514_4_7"/>
          <p:cNvSpPr txBox="1"/>
          <p:nvPr>
            <p:ph type="title"/>
          </p:nvPr>
        </p:nvSpPr>
        <p:spPr>
          <a:xfrm>
            <a:off x="625475" y="1447800"/>
            <a:ext cx="9144000" cy="1676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000"/>
              <a:buFont typeface="Verdana"/>
              <a:buNone/>
              <a:defRPr b="1" sz="4000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g3ecd9d5b514_4_7"/>
          <p:cNvSpPr txBox="1"/>
          <p:nvPr>
            <p:ph idx="1" type="body"/>
          </p:nvPr>
        </p:nvSpPr>
        <p:spPr>
          <a:xfrm>
            <a:off x="625475" y="3124200"/>
            <a:ext cx="914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800"/>
              <a:buNone/>
              <a:defRPr sz="2800">
                <a:solidFill>
                  <a:schemeClr val="dk2"/>
                </a:solidFill>
              </a:defRPr>
            </a:lvl1pPr>
            <a:lvl2pPr indent="-2286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90" name="Google Shape;90;g3ecd9d5b514_4_7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1" name="Google Shape;91;g3ecd9d5b514_4_7"/>
          <p:cNvSpPr txBox="1"/>
          <p:nvPr>
            <p:ph idx="11" type="ftr"/>
          </p:nvPr>
        </p:nvSpPr>
        <p:spPr>
          <a:xfrm>
            <a:off x="625475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sz="1600"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56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ecd9d5b514_4_19"/>
          <p:cNvSpPr txBox="1"/>
          <p:nvPr>
            <p:ph type="title"/>
          </p:nvPr>
        </p:nvSpPr>
        <p:spPr>
          <a:xfrm>
            <a:off x="609600" y="351367"/>
            <a:ext cx="109728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4" name="Google Shape;94;g3ecd9d5b514_4_19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5" name="Google Shape;95;g3ecd9d5b514_4_19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hotoCaption">
  <p:cSld name="PhotoCaption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ecd9d5b514_4_23"/>
          <p:cNvSpPr txBox="1"/>
          <p:nvPr>
            <p:ph type="title"/>
          </p:nvPr>
        </p:nvSpPr>
        <p:spPr>
          <a:xfrm>
            <a:off x="609600" y="351367"/>
            <a:ext cx="109728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g3ecd9d5b514_4_23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9" name="Google Shape;99;g3ecd9d5b514_4_23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0" name="Google Shape;100;g3ecd9d5b514_4_23"/>
          <p:cNvSpPr/>
          <p:nvPr>
            <p:ph idx="2" type="pic"/>
          </p:nvPr>
        </p:nvSpPr>
        <p:spPr>
          <a:xfrm>
            <a:off x="609600" y="1524000"/>
            <a:ext cx="7823100" cy="46482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g3ecd9d5b514_4_23"/>
          <p:cNvSpPr txBox="1"/>
          <p:nvPr>
            <p:ph idx="1" type="body"/>
          </p:nvPr>
        </p:nvSpPr>
        <p:spPr>
          <a:xfrm>
            <a:off x="8737600" y="1524000"/>
            <a:ext cx="2844900" cy="46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Font typeface="Verdana"/>
              <a:buNone/>
              <a:defRPr sz="2000"/>
            </a:lvl1pPr>
            <a:lvl2pPr indent="-3429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─"/>
              <a:defRPr sz="1800"/>
            </a:lvl2pPr>
            <a:lvl3pPr indent="-3302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Char char="▪"/>
              <a:defRPr sz="1600"/>
            </a:lvl3pPr>
            <a:lvl4pPr indent="-3175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Char char="o"/>
              <a:defRPr sz="1400"/>
            </a:lvl4pPr>
            <a:lvl5pPr indent="-3175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ecd9d5b514_4_29"/>
          <p:cNvSpPr txBox="1"/>
          <p:nvPr>
            <p:ph type="title"/>
          </p:nvPr>
        </p:nvSpPr>
        <p:spPr>
          <a:xfrm>
            <a:off x="609600" y="76200"/>
            <a:ext cx="110745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Verdana"/>
              <a:buNone/>
              <a:defRPr b="1"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g3ecd9d5b514_4_29"/>
          <p:cNvSpPr txBox="1"/>
          <p:nvPr>
            <p:ph idx="1" type="body"/>
          </p:nvPr>
        </p:nvSpPr>
        <p:spPr>
          <a:xfrm>
            <a:off x="4523709" y="1524001"/>
            <a:ext cx="7058700" cy="46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400"/>
              <a:buChar char="•"/>
              <a:defRPr sz="2400"/>
            </a:lvl1pPr>
            <a:lvl2pPr indent="-3683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200"/>
              <a:buChar char="─"/>
              <a:defRPr sz="2200"/>
            </a:lvl2pPr>
            <a:lvl3pPr indent="-3556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000"/>
              <a:buChar char="▪"/>
              <a:defRPr sz="2000"/>
            </a:lvl3pPr>
            <a:lvl4pPr indent="-3429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o"/>
              <a:defRPr sz="1800"/>
            </a:lvl4pPr>
            <a:lvl5pPr indent="-3429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 sz="18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9pPr>
          </a:lstStyle>
          <a:p/>
        </p:txBody>
      </p:sp>
      <p:sp>
        <p:nvSpPr>
          <p:cNvPr id="105" name="Google Shape;105;g3ecd9d5b514_4_29"/>
          <p:cNvSpPr txBox="1"/>
          <p:nvPr>
            <p:ph idx="2" type="body"/>
          </p:nvPr>
        </p:nvSpPr>
        <p:spPr>
          <a:xfrm>
            <a:off x="591890" y="1524000"/>
            <a:ext cx="3564900" cy="46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dk2"/>
                </a:solidFill>
              </a:defRPr>
            </a:lvl1pPr>
            <a:lvl2pPr indent="-2286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106" name="Google Shape;106;g3ecd9d5b514_4_29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07" name="Google Shape;107;g3ecd9d5b514_4_29"/>
          <p:cNvCxnSpPr/>
          <p:nvPr/>
        </p:nvCxnSpPr>
        <p:spPr>
          <a:xfrm rot="5400000">
            <a:off x="2447156" y="3581143"/>
            <a:ext cx="3810000" cy="2100"/>
          </a:xfrm>
          <a:prstGeom prst="straightConnector1">
            <a:avLst/>
          </a:prstGeom>
          <a:noFill/>
          <a:ln cap="flat" cmpd="sng" w="15875">
            <a:solidFill>
              <a:srgbClr val="B5B5B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8" name="Google Shape;108;g3ecd9d5b514_4_29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Red" showMasterSp="0">
  <p:cSld name="BlankRed">
    <p:bg>
      <p:bgPr>
        <a:solidFill>
          <a:schemeClr val="lt2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g3ecd9d5b514_4_36"/>
          <p:cNvPicPr preferRelativeResize="0"/>
          <p:nvPr/>
        </p:nvPicPr>
        <p:blipFill rotWithShape="1">
          <a:blip r:embed="rId2">
            <a:alphaModFix amt="10000"/>
          </a:blip>
          <a:srcRect b="0" l="0" r="0" t="0"/>
          <a:stretch/>
        </p:blipFill>
        <p:spPr>
          <a:xfrm>
            <a:off x="4009882" y="1342882"/>
            <a:ext cx="4172236" cy="4172236"/>
          </a:xfrm>
          <a:prstGeom prst="rect">
            <a:avLst/>
          </a:prstGeom>
          <a:noFill/>
          <a:ln>
            <a:noFill/>
          </a:ln>
          <a:effectLst>
            <a:outerShdw blurRad="50800" rotWithShape="0" algn="ctr">
              <a:srgbClr val="000000"/>
            </a:outerShdw>
          </a:effectLst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reyWatermark-20.png" id="112" name="Google Shape;112;g3ecd9d5b514_4_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949092" y="2703302"/>
            <a:ext cx="4242908" cy="4154698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g3ecd9d5b514_4_38"/>
          <p:cNvSpPr txBox="1"/>
          <p:nvPr>
            <p:ph type="ctrTitle"/>
          </p:nvPr>
        </p:nvSpPr>
        <p:spPr>
          <a:xfrm>
            <a:off x="609600" y="2537925"/>
            <a:ext cx="9144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000"/>
              <a:buFont typeface="Verdana"/>
              <a:buNone/>
              <a:defRPr b="1" sz="4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4" name="Google Shape;114;g3ecd9d5b514_4_38"/>
          <p:cNvSpPr txBox="1"/>
          <p:nvPr>
            <p:ph idx="1" type="subTitle"/>
          </p:nvPr>
        </p:nvSpPr>
        <p:spPr>
          <a:xfrm>
            <a:off x="609600" y="4293573"/>
            <a:ext cx="91440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800"/>
              <a:buNone/>
              <a:defRPr sz="2800">
                <a:solidFill>
                  <a:schemeClr val="dk2"/>
                </a:solidFill>
              </a:defRPr>
            </a:lvl1pPr>
            <a:lvl2pPr lvl="1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pic>
        <p:nvPicPr>
          <p:cNvPr id="115" name="Google Shape;115;g3ecd9d5b514_4_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1200" y="1102893"/>
            <a:ext cx="3383439" cy="8722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456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2" showMasterSp="0">
  <p:cSld name="Title2">
    <p:bg>
      <p:bgPr>
        <a:solidFill>
          <a:schemeClr val="lt2"/>
        </a:solid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g3ecd9d5b514_4_43"/>
          <p:cNvPicPr preferRelativeResize="0"/>
          <p:nvPr/>
        </p:nvPicPr>
        <p:blipFill rotWithShape="1">
          <a:blip r:embed="rId2">
            <a:alphaModFix amt="10000"/>
          </a:blip>
          <a:srcRect b="0" l="0" r="0" t="0"/>
          <a:stretch/>
        </p:blipFill>
        <p:spPr>
          <a:xfrm>
            <a:off x="8019764" y="2702755"/>
            <a:ext cx="4172236" cy="4172236"/>
          </a:xfrm>
          <a:prstGeom prst="rect">
            <a:avLst/>
          </a:prstGeom>
          <a:noFill/>
          <a:ln>
            <a:noFill/>
          </a:ln>
          <a:effectLst>
            <a:outerShdw blurRad="50800" rotWithShape="0" algn="ctr">
              <a:srgbClr val="000000"/>
            </a:outerShdw>
          </a:effectLst>
        </p:spPr>
      </p:pic>
      <p:sp>
        <p:nvSpPr>
          <p:cNvPr id="118" name="Google Shape;118;g3ecd9d5b514_4_43"/>
          <p:cNvSpPr txBox="1"/>
          <p:nvPr>
            <p:ph type="ctrTitle"/>
          </p:nvPr>
        </p:nvSpPr>
        <p:spPr>
          <a:xfrm>
            <a:off x="609600" y="2537925"/>
            <a:ext cx="9144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Verdana"/>
              <a:buNone/>
              <a:defRPr b="1" sz="4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9" name="Google Shape;119;g3ecd9d5b514_4_43"/>
          <p:cNvSpPr txBox="1"/>
          <p:nvPr>
            <p:ph idx="1" type="subTitle"/>
          </p:nvPr>
        </p:nvSpPr>
        <p:spPr>
          <a:xfrm>
            <a:off x="609600" y="4293573"/>
            <a:ext cx="91440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800"/>
              <a:buNone/>
              <a:defRPr sz="2800">
                <a:solidFill>
                  <a:schemeClr val="lt1"/>
                </a:solidFill>
              </a:defRPr>
            </a:lvl1pPr>
            <a:lvl2pPr lvl="1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ecd9d5b514_4_47"/>
          <p:cNvSpPr txBox="1"/>
          <p:nvPr>
            <p:ph type="title"/>
          </p:nvPr>
        </p:nvSpPr>
        <p:spPr>
          <a:xfrm>
            <a:off x="609600" y="351367"/>
            <a:ext cx="109728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2" name="Google Shape;122;g3ecd9d5b514_4_47"/>
          <p:cNvSpPr txBox="1"/>
          <p:nvPr>
            <p:ph idx="1" type="body"/>
          </p:nvPr>
        </p:nvSpPr>
        <p:spPr>
          <a:xfrm>
            <a:off x="1016000" y="1676400"/>
            <a:ext cx="4876800" cy="44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400"/>
              <a:buChar char="•"/>
              <a:defRPr sz="2400"/>
            </a:lvl1pPr>
            <a:lvl2pPr indent="-3556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000"/>
              <a:buChar char="─"/>
              <a:defRPr sz="2000"/>
            </a:lvl2pPr>
            <a:lvl3pPr indent="-3429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▪"/>
              <a:defRPr sz="1800"/>
            </a:lvl3pPr>
            <a:lvl4pPr indent="-3302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Char char="o"/>
              <a:defRPr sz="1600"/>
            </a:lvl4pPr>
            <a:lvl5pPr indent="-3302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sz="16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9pPr>
          </a:lstStyle>
          <a:p/>
        </p:txBody>
      </p:sp>
      <p:sp>
        <p:nvSpPr>
          <p:cNvPr id="123" name="Google Shape;123;g3ecd9d5b514_4_47"/>
          <p:cNvSpPr txBox="1"/>
          <p:nvPr>
            <p:ph idx="2" type="body"/>
          </p:nvPr>
        </p:nvSpPr>
        <p:spPr>
          <a:xfrm>
            <a:off x="6197600" y="1676400"/>
            <a:ext cx="4876800" cy="44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400"/>
              <a:buChar char="•"/>
              <a:defRPr sz="2400"/>
            </a:lvl1pPr>
            <a:lvl2pPr indent="-3556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000"/>
              <a:buChar char="─"/>
              <a:defRPr sz="2000"/>
            </a:lvl2pPr>
            <a:lvl3pPr indent="-3429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▪"/>
              <a:defRPr sz="1800"/>
            </a:lvl3pPr>
            <a:lvl4pPr indent="-3302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Char char="o"/>
              <a:defRPr sz="1600"/>
            </a:lvl4pPr>
            <a:lvl5pPr indent="-3302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sz="16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9pPr>
          </a:lstStyle>
          <a:p/>
        </p:txBody>
      </p:sp>
      <p:sp>
        <p:nvSpPr>
          <p:cNvPr id="124" name="Google Shape;124;g3ecd9d5b514_4_47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g3ecd9d5b514_4_47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ecd9d5b514_4_53"/>
          <p:cNvSpPr txBox="1"/>
          <p:nvPr>
            <p:ph type="title"/>
          </p:nvPr>
        </p:nvSpPr>
        <p:spPr>
          <a:xfrm>
            <a:off x="609600" y="351367"/>
            <a:ext cx="109728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Verdana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g3ecd9d5b514_4_53"/>
          <p:cNvSpPr txBox="1"/>
          <p:nvPr>
            <p:ph idx="1" type="body"/>
          </p:nvPr>
        </p:nvSpPr>
        <p:spPr>
          <a:xfrm>
            <a:off x="1016000" y="1496736"/>
            <a:ext cx="48768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None/>
              <a:defRPr b="1" sz="20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129" name="Google Shape;129;g3ecd9d5b514_4_53"/>
          <p:cNvSpPr txBox="1"/>
          <p:nvPr>
            <p:ph idx="2" type="body"/>
          </p:nvPr>
        </p:nvSpPr>
        <p:spPr>
          <a:xfrm>
            <a:off x="1016000" y="2216400"/>
            <a:ext cx="4876800" cy="395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556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Char char="•"/>
              <a:defRPr sz="2000"/>
            </a:lvl1pPr>
            <a:lvl2pPr indent="-3429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─"/>
              <a:defRPr sz="1800"/>
            </a:lvl2pPr>
            <a:lvl3pPr indent="-3302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Char char="▪"/>
              <a:defRPr sz="1600"/>
            </a:lvl3pPr>
            <a:lvl4pPr indent="-3175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Char char="o"/>
              <a:defRPr sz="1400"/>
            </a:lvl4pPr>
            <a:lvl5pPr indent="-3175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9pPr>
          </a:lstStyle>
          <a:p/>
        </p:txBody>
      </p:sp>
      <p:sp>
        <p:nvSpPr>
          <p:cNvPr id="130" name="Google Shape;130;g3ecd9d5b514_4_53"/>
          <p:cNvSpPr txBox="1"/>
          <p:nvPr>
            <p:ph idx="3" type="body"/>
          </p:nvPr>
        </p:nvSpPr>
        <p:spPr>
          <a:xfrm>
            <a:off x="6197600" y="1496736"/>
            <a:ext cx="48768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None/>
              <a:defRPr b="1" sz="20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131" name="Google Shape;131;g3ecd9d5b514_4_53"/>
          <p:cNvSpPr txBox="1"/>
          <p:nvPr>
            <p:ph idx="4" type="body"/>
          </p:nvPr>
        </p:nvSpPr>
        <p:spPr>
          <a:xfrm>
            <a:off x="6197600" y="2216400"/>
            <a:ext cx="4876800" cy="395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556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Char char="•"/>
              <a:defRPr sz="2000"/>
            </a:lvl1pPr>
            <a:lvl2pPr indent="-3429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─"/>
              <a:defRPr sz="1800"/>
            </a:lvl2pPr>
            <a:lvl3pPr indent="-3302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Char char="▪"/>
              <a:defRPr sz="1600"/>
            </a:lvl3pPr>
            <a:lvl4pPr indent="-3175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Char char="o"/>
              <a:defRPr sz="1400"/>
            </a:lvl4pPr>
            <a:lvl5pPr indent="-3175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9pPr>
          </a:lstStyle>
          <a:p/>
        </p:txBody>
      </p:sp>
      <p:sp>
        <p:nvSpPr>
          <p:cNvPr id="132" name="Google Shape;132;g3ecd9d5b514_4_53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3" name="Google Shape;133;g3ecd9d5b514_4_53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ecd9d5b514_4_61"/>
          <p:cNvSpPr txBox="1"/>
          <p:nvPr>
            <p:ph idx="12" type="sldNum"/>
          </p:nvPr>
        </p:nvSpPr>
        <p:spPr>
          <a:xfrm>
            <a:off x="1" y="6391657"/>
            <a:ext cx="6123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6" name="Google Shape;136;g3ecd9d5b514_4_61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ecd9d5b514_2_7"/>
          <p:cNvSpPr txBox="1"/>
          <p:nvPr>
            <p:ph type="title"/>
          </p:nvPr>
        </p:nvSpPr>
        <p:spPr>
          <a:xfrm>
            <a:off x="609600" y="351367"/>
            <a:ext cx="109728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6" name="Google Shape;146;g3ecd9d5b514_2_7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7" name="Google Shape;147;g3ecd9d5b514_2_7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" name="Google Shape;149;g3ecd9d5b514_2_11"/>
          <p:cNvPicPr preferRelativeResize="0"/>
          <p:nvPr/>
        </p:nvPicPr>
        <p:blipFill rotWithShape="1">
          <a:blip r:embed="rId2">
            <a:alphaModFix/>
          </a:blip>
          <a:srcRect b="28271" l="0" r="0" t="26669"/>
          <a:stretch/>
        </p:blipFill>
        <p:spPr>
          <a:xfrm>
            <a:off x="7692126" y="4229848"/>
            <a:ext cx="4154698" cy="187213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g3ecd9d5b514_2_11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151" name="Google Shape;151;g3ecd9d5b514_2_11"/>
          <p:cNvSpPr txBox="1"/>
          <p:nvPr>
            <p:ph type="title"/>
          </p:nvPr>
        </p:nvSpPr>
        <p:spPr>
          <a:xfrm>
            <a:off x="625475" y="1447800"/>
            <a:ext cx="9144000" cy="1676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000"/>
              <a:buFont typeface="Verdana"/>
              <a:buNone/>
              <a:defRPr b="1" sz="4000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g3ecd9d5b514_2_11"/>
          <p:cNvSpPr txBox="1"/>
          <p:nvPr>
            <p:ph idx="1" type="body"/>
          </p:nvPr>
        </p:nvSpPr>
        <p:spPr>
          <a:xfrm>
            <a:off x="625475" y="3124200"/>
            <a:ext cx="914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800"/>
              <a:buNone/>
              <a:defRPr sz="2800">
                <a:solidFill>
                  <a:schemeClr val="dk2"/>
                </a:solidFill>
              </a:defRPr>
            </a:lvl1pPr>
            <a:lvl2pPr indent="-2286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53" name="Google Shape;153;g3ecd9d5b514_2_11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4" name="Google Shape;154;g3ecd9d5b514_2_11"/>
          <p:cNvSpPr txBox="1"/>
          <p:nvPr>
            <p:ph idx="11" type="ftr"/>
          </p:nvPr>
        </p:nvSpPr>
        <p:spPr>
          <a:xfrm>
            <a:off x="625475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sz="1600"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56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hotoCaption">
  <p:cSld name="PhotoCaption"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ecd9d5b514_2_18"/>
          <p:cNvSpPr txBox="1"/>
          <p:nvPr>
            <p:ph type="title"/>
          </p:nvPr>
        </p:nvSpPr>
        <p:spPr>
          <a:xfrm>
            <a:off x="609600" y="351367"/>
            <a:ext cx="109728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7" name="Google Shape;157;g3ecd9d5b514_2_18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8" name="Google Shape;158;g3ecd9d5b514_2_18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9" name="Google Shape;159;g3ecd9d5b514_2_18"/>
          <p:cNvSpPr/>
          <p:nvPr>
            <p:ph idx="2" type="pic"/>
          </p:nvPr>
        </p:nvSpPr>
        <p:spPr>
          <a:xfrm>
            <a:off x="609600" y="1524000"/>
            <a:ext cx="7823100" cy="4648200"/>
          </a:xfrm>
          <a:prstGeom prst="rect">
            <a:avLst/>
          </a:prstGeom>
          <a:noFill/>
          <a:ln>
            <a:noFill/>
          </a:ln>
        </p:spPr>
      </p:sp>
      <p:sp>
        <p:nvSpPr>
          <p:cNvPr id="160" name="Google Shape;160;g3ecd9d5b514_2_18"/>
          <p:cNvSpPr txBox="1"/>
          <p:nvPr>
            <p:ph idx="1" type="body"/>
          </p:nvPr>
        </p:nvSpPr>
        <p:spPr>
          <a:xfrm>
            <a:off x="8737600" y="1524000"/>
            <a:ext cx="2844900" cy="46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Font typeface="Verdana"/>
              <a:buNone/>
              <a:defRPr sz="2000"/>
            </a:lvl1pPr>
            <a:lvl2pPr indent="-3429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─"/>
              <a:defRPr sz="1800"/>
            </a:lvl2pPr>
            <a:lvl3pPr indent="-3302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Char char="▪"/>
              <a:defRPr sz="1600"/>
            </a:lvl3pPr>
            <a:lvl4pPr indent="-3175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Char char="o"/>
              <a:defRPr sz="1400"/>
            </a:lvl4pPr>
            <a:lvl5pPr indent="-3175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 type="obj">
  <p:cSld name="OBJECT"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ecd9d5b514_2_24"/>
          <p:cNvSpPr txBox="1"/>
          <p:nvPr>
            <p:ph type="title"/>
          </p:nvPr>
        </p:nvSpPr>
        <p:spPr>
          <a:xfrm>
            <a:off x="609600" y="351367"/>
            <a:ext cx="109728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3" name="Google Shape;163;g3ecd9d5b514_2_24"/>
          <p:cNvSpPr txBox="1"/>
          <p:nvPr>
            <p:ph idx="1" type="body"/>
          </p:nvPr>
        </p:nvSpPr>
        <p:spPr>
          <a:xfrm>
            <a:off x="609600" y="1524000"/>
            <a:ext cx="10972800" cy="46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─"/>
              <a:defRPr/>
            </a:lvl2pPr>
            <a:lvl3pPr indent="-3429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▪"/>
              <a:defRPr/>
            </a:lvl3pPr>
            <a:lvl4pPr indent="-3429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o"/>
              <a:defRPr/>
            </a:lvl4pPr>
            <a:lvl5pPr indent="-3429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164" name="Google Shape;164;g3ecd9d5b514_2_24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5" name="Google Shape;165;g3ecd9d5b514_2_24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ecd9d5b514_2_29"/>
          <p:cNvSpPr txBox="1"/>
          <p:nvPr>
            <p:ph type="title"/>
          </p:nvPr>
        </p:nvSpPr>
        <p:spPr>
          <a:xfrm>
            <a:off x="609600" y="76200"/>
            <a:ext cx="110745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Verdana"/>
              <a:buNone/>
              <a:defRPr b="1"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8" name="Google Shape;168;g3ecd9d5b514_2_29"/>
          <p:cNvSpPr txBox="1"/>
          <p:nvPr>
            <p:ph idx="1" type="body"/>
          </p:nvPr>
        </p:nvSpPr>
        <p:spPr>
          <a:xfrm>
            <a:off x="4523709" y="1524001"/>
            <a:ext cx="7058700" cy="46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400"/>
              <a:buChar char="•"/>
              <a:defRPr sz="2400"/>
            </a:lvl1pPr>
            <a:lvl2pPr indent="-3683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200"/>
              <a:buChar char="─"/>
              <a:defRPr sz="2200"/>
            </a:lvl2pPr>
            <a:lvl3pPr indent="-3556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000"/>
              <a:buChar char="▪"/>
              <a:defRPr sz="2000"/>
            </a:lvl3pPr>
            <a:lvl4pPr indent="-3429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o"/>
              <a:defRPr sz="1800"/>
            </a:lvl4pPr>
            <a:lvl5pPr indent="-3429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 sz="18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•"/>
              <a:defRPr sz="2000"/>
            </a:lvl9pPr>
          </a:lstStyle>
          <a:p/>
        </p:txBody>
      </p:sp>
      <p:sp>
        <p:nvSpPr>
          <p:cNvPr id="169" name="Google Shape;169;g3ecd9d5b514_2_29"/>
          <p:cNvSpPr txBox="1"/>
          <p:nvPr>
            <p:ph idx="2" type="body"/>
          </p:nvPr>
        </p:nvSpPr>
        <p:spPr>
          <a:xfrm>
            <a:off x="591890" y="1524000"/>
            <a:ext cx="3564900" cy="46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None/>
              <a:defRPr sz="2000">
                <a:solidFill>
                  <a:schemeClr val="dk2"/>
                </a:solidFill>
              </a:defRPr>
            </a:lvl1pPr>
            <a:lvl2pPr indent="-2286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170" name="Google Shape;170;g3ecd9d5b514_2_29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71" name="Google Shape;171;g3ecd9d5b514_2_29"/>
          <p:cNvCxnSpPr/>
          <p:nvPr/>
        </p:nvCxnSpPr>
        <p:spPr>
          <a:xfrm rot="5400000">
            <a:off x="2447156" y="3581143"/>
            <a:ext cx="3810000" cy="2100"/>
          </a:xfrm>
          <a:prstGeom prst="straightConnector1">
            <a:avLst/>
          </a:prstGeom>
          <a:noFill/>
          <a:ln cap="flat" cmpd="sng" w="15875">
            <a:solidFill>
              <a:srgbClr val="B5B5B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2" name="Google Shape;172;g3ecd9d5b514_2_29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Red" showMasterSp="0">
  <p:cSld name="BlankRed">
    <p:bg>
      <p:bgPr>
        <a:solidFill>
          <a:schemeClr val="lt2"/>
        </a:solidFill>
      </p:bgPr>
    </p:bg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g3ecd9d5b514_2_36"/>
          <p:cNvPicPr preferRelativeResize="0"/>
          <p:nvPr/>
        </p:nvPicPr>
        <p:blipFill rotWithShape="1">
          <a:blip r:embed="rId2">
            <a:alphaModFix amt="10000"/>
          </a:blip>
          <a:srcRect b="0" l="0" r="0" t="0"/>
          <a:stretch/>
        </p:blipFill>
        <p:spPr>
          <a:xfrm>
            <a:off x="4009882" y="1342882"/>
            <a:ext cx="4172236" cy="4172236"/>
          </a:xfrm>
          <a:prstGeom prst="rect">
            <a:avLst/>
          </a:prstGeom>
          <a:noFill/>
          <a:ln>
            <a:noFill/>
          </a:ln>
          <a:effectLst>
            <a:outerShdw blurRad="50800" rotWithShape="0" algn="ctr">
              <a:srgbClr val="000000"/>
            </a:outerShdw>
          </a:effectLst>
        </p:spPr>
      </p:pic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reyWatermark-20.png" id="176" name="Google Shape;176;g3ecd9d5b514_2_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949092" y="2703302"/>
            <a:ext cx="4242908" cy="4154698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g3ecd9d5b514_2_38"/>
          <p:cNvSpPr txBox="1"/>
          <p:nvPr>
            <p:ph type="ctrTitle"/>
          </p:nvPr>
        </p:nvSpPr>
        <p:spPr>
          <a:xfrm>
            <a:off x="609600" y="2537925"/>
            <a:ext cx="9144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4000"/>
              <a:buFont typeface="Verdana"/>
              <a:buNone/>
              <a:defRPr b="1" sz="4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8" name="Google Shape;178;g3ecd9d5b514_2_38"/>
          <p:cNvSpPr txBox="1"/>
          <p:nvPr>
            <p:ph idx="1" type="subTitle"/>
          </p:nvPr>
        </p:nvSpPr>
        <p:spPr>
          <a:xfrm>
            <a:off x="609600" y="4293573"/>
            <a:ext cx="91440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800"/>
              <a:buNone/>
              <a:defRPr sz="2800">
                <a:solidFill>
                  <a:schemeClr val="dk2"/>
                </a:solidFill>
              </a:defRPr>
            </a:lvl1pPr>
            <a:lvl2pPr lvl="1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pic>
        <p:nvPicPr>
          <p:cNvPr id="179" name="Google Shape;179;g3ecd9d5b514_2_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1200" y="1102893"/>
            <a:ext cx="3383439" cy="8722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456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2" showMasterSp="0">
  <p:cSld name="Title2">
    <p:bg>
      <p:bgPr>
        <a:solidFill>
          <a:schemeClr val="lt2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g3ecd9d5b514_2_43"/>
          <p:cNvPicPr preferRelativeResize="0"/>
          <p:nvPr/>
        </p:nvPicPr>
        <p:blipFill rotWithShape="1">
          <a:blip r:embed="rId2">
            <a:alphaModFix amt="10000"/>
          </a:blip>
          <a:srcRect b="0" l="0" r="0" t="0"/>
          <a:stretch/>
        </p:blipFill>
        <p:spPr>
          <a:xfrm>
            <a:off x="8019764" y="2702755"/>
            <a:ext cx="4172236" cy="4172236"/>
          </a:xfrm>
          <a:prstGeom prst="rect">
            <a:avLst/>
          </a:prstGeom>
          <a:noFill/>
          <a:ln>
            <a:noFill/>
          </a:ln>
          <a:effectLst>
            <a:outerShdw blurRad="50800" rotWithShape="0" algn="ctr">
              <a:srgbClr val="000000"/>
            </a:outerShdw>
          </a:effectLst>
        </p:spPr>
      </p:pic>
      <p:sp>
        <p:nvSpPr>
          <p:cNvPr id="182" name="Google Shape;182;g3ecd9d5b514_2_43"/>
          <p:cNvSpPr txBox="1"/>
          <p:nvPr>
            <p:ph type="ctrTitle"/>
          </p:nvPr>
        </p:nvSpPr>
        <p:spPr>
          <a:xfrm>
            <a:off x="609600" y="2537925"/>
            <a:ext cx="9144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Verdana"/>
              <a:buNone/>
              <a:defRPr b="1" sz="4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3" name="Google Shape;183;g3ecd9d5b514_2_43"/>
          <p:cNvSpPr txBox="1"/>
          <p:nvPr>
            <p:ph idx="1" type="subTitle"/>
          </p:nvPr>
        </p:nvSpPr>
        <p:spPr>
          <a:xfrm>
            <a:off x="609600" y="4293573"/>
            <a:ext cx="9144000" cy="99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800"/>
              <a:buNone/>
              <a:defRPr sz="2800">
                <a:solidFill>
                  <a:schemeClr val="lt1"/>
                </a:solidFill>
              </a:defRPr>
            </a:lvl1pPr>
            <a:lvl2pPr lvl="1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ecd9d5b514_2_47"/>
          <p:cNvSpPr txBox="1"/>
          <p:nvPr>
            <p:ph type="title"/>
          </p:nvPr>
        </p:nvSpPr>
        <p:spPr>
          <a:xfrm>
            <a:off x="609600" y="351367"/>
            <a:ext cx="109728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6" name="Google Shape;186;g3ecd9d5b514_2_47"/>
          <p:cNvSpPr txBox="1"/>
          <p:nvPr>
            <p:ph idx="1" type="body"/>
          </p:nvPr>
        </p:nvSpPr>
        <p:spPr>
          <a:xfrm>
            <a:off x="1016000" y="1676400"/>
            <a:ext cx="4876800" cy="44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400"/>
              <a:buChar char="•"/>
              <a:defRPr sz="2400"/>
            </a:lvl1pPr>
            <a:lvl2pPr indent="-3556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000"/>
              <a:buChar char="─"/>
              <a:defRPr sz="2000"/>
            </a:lvl2pPr>
            <a:lvl3pPr indent="-3429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▪"/>
              <a:defRPr sz="1800"/>
            </a:lvl3pPr>
            <a:lvl4pPr indent="-3302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Char char="o"/>
              <a:defRPr sz="1600"/>
            </a:lvl4pPr>
            <a:lvl5pPr indent="-3302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sz="16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9pPr>
          </a:lstStyle>
          <a:p/>
        </p:txBody>
      </p:sp>
      <p:sp>
        <p:nvSpPr>
          <p:cNvPr id="187" name="Google Shape;187;g3ecd9d5b514_2_47"/>
          <p:cNvSpPr txBox="1"/>
          <p:nvPr>
            <p:ph idx="2" type="body"/>
          </p:nvPr>
        </p:nvSpPr>
        <p:spPr>
          <a:xfrm>
            <a:off x="6197600" y="1676400"/>
            <a:ext cx="4876800" cy="44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400"/>
              <a:buChar char="•"/>
              <a:defRPr sz="2400"/>
            </a:lvl1pPr>
            <a:lvl2pPr indent="-3556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000"/>
              <a:buChar char="─"/>
              <a:defRPr sz="2000"/>
            </a:lvl2pPr>
            <a:lvl3pPr indent="-3429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▪"/>
              <a:defRPr sz="1800"/>
            </a:lvl3pPr>
            <a:lvl4pPr indent="-3302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Char char="o"/>
              <a:defRPr sz="1600"/>
            </a:lvl4pPr>
            <a:lvl5pPr indent="-3302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sz="16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•"/>
              <a:defRPr sz="1800"/>
            </a:lvl9pPr>
          </a:lstStyle>
          <a:p/>
        </p:txBody>
      </p:sp>
      <p:sp>
        <p:nvSpPr>
          <p:cNvPr id="188" name="Google Shape;188;g3ecd9d5b514_2_47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9" name="Google Shape;189;g3ecd9d5b514_2_47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ecd9d5b514_2_53"/>
          <p:cNvSpPr txBox="1"/>
          <p:nvPr>
            <p:ph type="title"/>
          </p:nvPr>
        </p:nvSpPr>
        <p:spPr>
          <a:xfrm>
            <a:off x="609600" y="351367"/>
            <a:ext cx="109728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Verdana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2" name="Google Shape;192;g3ecd9d5b514_2_53"/>
          <p:cNvSpPr txBox="1"/>
          <p:nvPr>
            <p:ph idx="1" type="body"/>
          </p:nvPr>
        </p:nvSpPr>
        <p:spPr>
          <a:xfrm>
            <a:off x="1016000" y="1496736"/>
            <a:ext cx="48768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None/>
              <a:defRPr b="1" sz="20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193" name="Google Shape;193;g3ecd9d5b514_2_53"/>
          <p:cNvSpPr txBox="1"/>
          <p:nvPr>
            <p:ph idx="2" type="body"/>
          </p:nvPr>
        </p:nvSpPr>
        <p:spPr>
          <a:xfrm>
            <a:off x="1016000" y="2216400"/>
            <a:ext cx="4876800" cy="395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556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Char char="•"/>
              <a:defRPr sz="2000"/>
            </a:lvl1pPr>
            <a:lvl2pPr indent="-3429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─"/>
              <a:defRPr sz="1800"/>
            </a:lvl2pPr>
            <a:lvl3pPr indent="-3302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Char char="▪"/>
              <a:defRPr sz="1600"/>
            </a:lvl3pPr>
            <a:lvl4pPr indent="-3175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Char char="o"/>
              <a:defRPr sz="1400"/>
            </a:lvl4pPr>
            <a:lvl5pPr indent="-3175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9pPr>
          </a:lstStyle>
          <a:p/>
        </p:txBody>
      </p:sp>
      <p:sp>
        <p:nvSpPr>
          <p:cNvPr id="194" name="Google Shape;194;g3ecd9d5b514_2_53"/>
          <p:cNvSpPr txBox="1"/>
          <p:nvPr>
            <p:ph idx="3" type="body"/>
          </p:nvPr>
        </p:nvSpPr>
        <p:spPr>
          <a:xfrm>
            <a:off x="6197600" y="1496736"/>
            <a:ext cx="4876800" cy="639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None/>
              <a:defRPr b="1" sz="20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195" name="Google Shape;195;g3ecd9d5b514_2_53"/>
          <p:cNvSpPr txBox="1"/>
          <p:nvPr>
            <p:ph idx="4" type="body"/>
          </p:nvPr>
        </p:nvSpPr>
        <p:spPr>
          <a:xfrm>
            <a:off x="6197600" y="2216400"/>
            <a:ext cx="4876800" cy="395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55600" lvl="0" marL="45720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000"/>
              <a:buChar char="•"/>
              <a:defRPr sz="2000"/>
            </a:lvl1pPr>
            <a:lvl2pPr indent="-342900" lvl="1" marL="9144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800"/>
              <a:buChar char="─"/>
              <a:defRPr sz="1800"/>
            </a:lvl2pPr>
            <a:lvl3pPr indent="-330200" lvl="2" marL="13716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600"/>
              <a:buChar char="▪"/>
              <a:defRPr sz="1600"/>
            </a:lvl3pPr>
            <a:lvl4pPr indent="-317500" lvl="3" marL="18288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Char char="o"/>
              <a:defRPr sz="1400"/>
            </a:lvl4pPr>
            <a:lvl5pPr indent="-317500" lvl="4" marL="228600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sz="14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600"/>
              <a:buChar char="•"/>
              <a:defRPr sz="1600"/>
            </a:lvl9pPr>
          </a:lstStyle>
          <a:p/>
        </p:txBody>
      </p:sp>
      <p:sp>
        <p:nvSpPr>
          <p:cNvPr id="196" name="Google Shape;196;g3ecd9d5b514_2_53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7" name="Google Shape;197;g3ecd9d5b514_2_53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ecd9d5b514_2_61"/>
          <p:cNvSpPr txBox="1"/>
          <p:nvPr>
            <p:ph idx="12" type="sldNum"/>
          </p:nvPr>
        </p:nvSpPr>
        <p:spPr>
          <a:xfrm>
            <a:off x="1" y="6391657"/>
            <a:ext cx="6123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0" name="Google Shape;200;g3ecd9d5b514_2_61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1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0"/>
          <p:cNvSpPr txBox="1"/>
          <p:nvPr>
            <p:ph type="title"/>
          </p:nvPr>
        </p:nvSpPr>
        <p:spPr>
          <a:xfrm>
            <a:off x="609600" y="351367"/>
            <a:ext cx="109728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Verdana"/>
              <a:buNone/>
              <a:defRPr b="1" i="0" sz="3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0"/>
          <p:cNvSpPr txBox="1"/>
          <p:nvPr>
            <p:ph idx="1" type="body"/>
          </p:nvPr>
        </p:nvSpPr>
        <p:spPr>
          <a:xfrm>
            <a:off x="609600" y="1524000"/>
            <a:ext cx="10972800" cy="46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marR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55600" lvl="1" marL="914400" marR="0" rtl="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Verdana"/>
              <a:buChar char="─"/>
              <a:defRPr b="0" i="0" sz="20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42900" lvl="2" marL="1371600" marR="0" rtl="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30200" lvl="3" marL="1828800" marR="0" rtl="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Courier New"/>
              <a:buChar char="o"/>
              <a:defRPr b="0" i="0" sz="16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30200" lvl="4" marL="2286000" marR="0" rtl="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-330200" lvl="5" marL="27432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-330200" lvl="6" marL="32004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-330200" lvl="7" marL="3657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-330200" lvl="8" marL="4114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12" name="Google Shape;12;p10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" name="Google Shape;13;p10"/>
          <p:cNvSpPr/>
          <p:nvPr/>
        </p:nvSpPr>
        <p:spPr>
          <a:xfrm>
            <a:off x="609600" y="1234967"/>
            <a:ext cx="11582400" cy="4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14" name="Google Shape;14;p10"/>
          <p:cNvSpPr txBox="1"/>
          <p:nvPr/>
        </p:nvSpPr>
        <p:spPr>
          <a:xfrm>
            <a:off x="7315200" y="6400800"/>
            <a:ext cx="44703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Oakland University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5;p10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ecd9d5b514_4_0"/>
          <p:cNvSpPr txBox="1"/>
          <p:nvPr>
            <p:ph type="title"/>
          </p:nvPr>
        </p:nvSpPr>
        <p:spPr>
          <a:xfrm>
            <a:off x="609600" y="351367"/>
            <a:ext cx="109728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Verdana"/>
              <a:buNone/>
              <a:defRPr b="1" i="0" sz="3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5" name="Google Shape;75;g3ecd9d5b514_4_0"/>
          <p:cNvSpPr txBox="1"/>
          <p:nvPr>
            <p:ph idx="1" type="body"/>
          </p:nvPr>
        </p:nvSpPr>
        <p:spPr>
          <a:xfrm>
            <a:off x="609600" y="1524000"/>
            <a:ext cx="10972800" cy="46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marR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55600" lvl="1" marL="914400" marR="0" rtl="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Verdana"/>
              <a:buChar char="─"/>
              <a:defRPr b="0" i="0" sz="20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42900" lvl="2" marL="1371600" marR="0" rtl="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30200" lvl="3" marL="1828800" marR="0" rtl="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Courier New"/>
              <a:buChar char="o"/>
              <a:defRPr b="0" i="0" sz="16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30200" lvl="4" marL="2286000" marR="0" rtl="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-330200" lvl="5" marL="27432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-330200" lvl="6" marL="32004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-330200" lvl="7" marL="3657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-330200" lvl="8" marL="4114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76" name="Google Shape;76;g3ecd9d5b514_4_0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7" name="Google Shape;77;g3ecd9d5b514_4_0"/>
          <p:cNvSpPr/>
          <p:nvPr/>
        </p:nvSpPr>
        <p:spPr>
          <a:xfrm>
            <a:off x="609600" y="1234967"/>
            <a:ext cx="11582400" cy="4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78" name="Google Shape;78;g3ecd9d5b514_4_0"/>
          <p:cNvSpPr txBox="1"/>
          <p:nvPr/>
        </p:nvSpPr>
        <p:spPr>
          <a:xfrm>
            <a:off x="7315200" y="6400800"/>
            <a:ext cx="44703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Oakland University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g3ecd9d5b514_4_0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ecd9d5b514_2_0"/>
          <p:cNvSpPr txBox="1"/>
          <p:nvPr>
            <p:ph type="title"/>
          </p:nvPr>
        </p:nvSpPr>
        <p:spPr>
          <a:xfrm>
            <a:off x="609600" y="351367"/>
            <a:ext cx="10972800" cy="800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200"/>
              <a:buFont typeface="Verdana"/>
              <a:buNone/>
              <a:defRPr b="1" i="0" sz="3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9" name="Google Shape;139;g3ecd9d5b514_2_0"/>
          <p:cNvSpPr txBox="1"/>
          <p:nvPr>
            <p:ph idx="1" type="body"/>
          </p:nvPr>
        </p:nvSpPr>
        <p:spPr>
          <a:xfrm>
            <a:off x="609600" y="1524000"/>
            <a:ext cx="10972800" cy="464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marR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55600" lvl="1" marL="914400" marR="0" rtl="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Verdana"/>
              <a:buChar char="─"/>
              <a:defRPr b="0" i="0" sz="20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42900" lvl="2" marL="1371600" marR="0" rtl="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30200" lvl="3" marL="1828800" marR="0" rtl="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Courier New"/>
              <a:buChar char="o"/>
              <a:defRPr b="0" i="0" sz="16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30200" lvl="4" marL="2286000" marR="0" rtl="0"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Clr>
                <a:schemeClr val="lt2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-330200" lvl="5" marL="27432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-330200" lvl="6" marL="32004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-330200" lvl="7" marL="3657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-330200" lvl="8" marL="4114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140" name="Google Shape;140;g3ecd9d5b514_2_0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262626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1" name="Google Shape;141;g3ecd9d5b514_2_0"/>
          <p:cNvSpPr/>
          <p:nvPr/>
        </p:nvSpPr>
        <p:spPr>
          <a:xfrm>
            <a:off x="609600" y="1234967"/>
            <a:ext cx="11582400" cy="4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142" name="Google Shape;142;g3ecd9d5b514_2_0"/>
          <p:cNvSpPr txBox="1"/>
          <p:nvPr/>
        </p:nvSpPr>
        <p:spPr>
          <a:xfrm>
            <a:off x="7315200" y="6400800"/>
            <a:ext cx="44703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lt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Oakland University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g3ecd9d5b514_2_0"/>
          <p:cNvSpPr txBox="1"/>
          <p:nvPr>
            <p:ph idx="11" type="ftr"/>
          </p:nvPr>
        </p:nvSpPr>
        <p:spPr>
          <a:xfrm>
            <a:off x="609600" y="6400800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"/>
          <p:cNvSpPr txBox="1"/>
          <p:nvPr>
            <p:ph type="title"/>
          </p:nvPr>
        </p:nvSpPr>
        <p:spPr>
          <a:xfrm>
            <a:off x="611868" y="1447800"/>
            <a:ext cx="9422946" cy="1676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r>
              <a:rPr>
                <a:latin typeface="Verdana"/>
              </a:rPr>
              <a:t>Path Tracking &amp; Control</a:t>
            </a:r>
          </a:p>
        </p:txBody>
      </p:sp>
      <p:sp>
        <p:nvSpPr>
          <p:cNvPr id="207" name="Google Shape;207;p1"/>
          <p:cNvSpPr txBox="1"/>
          <p:nvPr>
            <p:ph idx="1" type="body"/>
          </p:nvPr>
        </p:nvSpPr>
        <p:spPr>
          <a:xfrm>
            <a:off x="625475" y="3124200"/>
            <a:ext cx="9144000" cy="58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r>
              <a:rPr>
                <a:latin typeface="Verdana"/>
              </a:rPr>
              <a:t>Turning a state estimate into a steering command</a:t>
            </a:r>
          </a:p>
        </p:txBody>
      </p:sp>
      <p:sp>
        <p:nvSpPr>
          <p:cNvPr id="208" name="Google Shape;208;p1"/>
          <p:cNvSpPr txBox="1"/>
          <p:nvPr>
            <p:ph idx="12" type="sldNum"/>
          </p:nvPr>
        </p:nvSpPr>
        <p:spPr>
          <a:xfrm>
            <a:off x="1" y="6387664"/>
            <a:ext cx="609600" cy="3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1"/>
          <p:cNvSpPr txBox="1"/>
          <p:nvPr>
            <p:ph idx="11" type="ftr"/>
          </p:nvPr>
        </p:nvSpPr>
        <p:spPr>
          <a:xfrm>
            <a:off x="279725" y="6432375"/>
            <a:ext cx="6807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rPr>
                <a:latin typeface="Verdana"/>
              </a:rPr>
              <a:t>Workshop N4 · Act · 30-Minute Lecture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Verdana"/>
              </a:rPr>
              <a:t>From estimate to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60020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latin typeface="Verdana"/>
              </a:rPr>
              <a:t>N2 said the filter is an observer, not a controller — the controller is the next module. N3 hands us tracked objects; now we act.</a:t>
            </a:r>
          </a:p>
          <a:p>
            <a:pPr>
              <a:spcAft>
                <a:spcPts val="800"/>
              </a:spcAft>
            </a:pPr>
            <a:r>
              <a:rPr sz="1600">
                <a:latin typeface="Verdana"/>
              </a:rPr>
              <a:t>•  Input: a reference path + the vehicle's state</a:t>
            </a:r>
          </a:p>
          <a:p>
            <a:pPr>
              <a:spcAft>
                <a:spcPts val="800"/>
              </a:spcAft>
            </a:pPr>
            <a:r>
              <a:rPr sz="1600">
                <a:latin typeface="Verdana"/>
              </a:rPr>
              <a:t>•  Output: a steering angle, every timestep</a:t>
            </a:r>
          </a:p>
          <a:p>
            <a:pPr>
              <a:spcAft>
                <a:spcPts val="800"/>
              </a:spcAft>
            </a:pPr>
            <a:r>
              <a:rPr sz="1600">
                <a:latin typeface="Verdana"/>
              </a:rPr>
              <a:t>•  Two classical geometric controllers, no learning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Verdana"/>
              </a:rPr>
              <a:t>Kinematic bicycle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60020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latin typeface="Verdana"/>
              </a:rPr>
              <a:t>A tractable stand-in for vehicle dynamics.</a:t>
            </a:r>
          </a:p>
          <a:p>
            <a:pPr>
              <a:spcAft>
                <a:spcPts val="800"/>
              </a:spcAft>
            </a:pPr>
            <a:r>
              <a:rPr sz="1600">
                <a:latin typeface="Verdana"/>
              </a:rPr>
              <a:t>•  State [x, y, heading, v]; controls steering and acceleration</a:t>
            </a:r>
          </a:p>
          <a:p>
            <a:pPr>
              <a:spcAft>
                <a:spcPts val="800"/>
              </a:spcAft>
            </a:pPr>
            <a:r>
              <a:rPr sz="1600">
                <a:latin typeface="Verdana"/>
              </a:rPr>
              <a:t>•  x' = v cos(psi), y' = v sin(psi), psi' = (v/L) tan(delta)</a:t>
            </a:r>
          </a:p>
          <a:p>
            <a:pPr>
              <a:spcAft>
                <a:spcPts val="800"/>
              </a:spcAft>
            </a:pPr>
            <a:r>
              <a:rPr sz="1600">
                <a:latin typeface="Verdana"/>
              </a:rPr>
              <a:t>•  One step forward = bicycle_step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Verdana"/>
              </a:rPr>
              <a:t>Pure pursuit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60020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latin typeface="Verdana"/>
              </a:rPr>
              <a:t>Aim at a point a fixed distance ahead and steer toward it.</a:t>
            </a:r>
          </a:p>
          <a:p>
            <a:pPr>
              <a:spcAft>
                <a:spcPts val="800"/>
              </a:spcAft>
            </a:pPr>
            <a:r>
              <a:rPr sz="1600">
                <a:latin typeface="Verdana"/>
              </a:rPr>
              <a:t>•  One knob: the lookahead distance L_d</a:t>
            </a:r>
          </a:p>
          <a:p>
            <a:pPr>
              <a:spcAft>
                <a:spcPts val="800"/>
              </a:spcAft>
            </a:pPr>
            <a:r>
              <a:rPr sz="1600">
                <a:latin typeface="Verdana"/>
              </a:rPr>
              <a:t>•  Short L_d = twitchy; long L_d = lazy, cuts corners</a:t>
            </a:r>
          </a:p>
          <a:p>
            <a:pPr>
              <a:spcAft>
                <a:spcPts val="800"/>
              </a:spcAft>
            </a:pPr>
            <a:r>
              <a:rPr sz="1600">
                <a:latin typeface="Verdana"/>
              </a:rPr>
              <a:t>•  delta = atan(2 L sin(alpha) / L_d)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Verdana"/>
              </a:rPr>
              <a:t>Stanley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60020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latin typeface="Verdana"/>
              </a:rPr>
              <a:t>Cancel heading error and cross-track error together.</a:t>
            </a:r>
          </a:p>
          <a:p>
            <a:pPr>
              <a:spcAft>
                <a:spcPts val="800"/>
              </a:spcAft>
            </a:pPr>
            <a:r>
              <a:rPr sz="1600">
                <a:latin typeface="Verdana"/>
              </a:rPr>
              <a:t>•  Steers from the FRONT axle reference</a:t>
            </a:r>
          </a:p>
          <a:p>
            <a:pPr>
              <a:spcAft>
                <a:spcPts val="800"/>
              </a:spcAft>
            </a:pPr>
            <a:r>
              <a:rPr sz="1600">
                <a:latin typeface="Verdana"/>
              </a:rPr>
              <a:t>•  Hugs the path harder than pure pursuit</a:t>
            </a:r>
          </a:p>
          <a:p>
            <a:pPr>
              <a:spcAft>
                <a:spcPts val="800"/>
              </a:spcAft>
            </a:pPr>
            <a:r>
              <a:rPr sz="1600">
                <a:latin typeface="Verdana"/>
              </a:rPr>
              <a:t>•  The DARPA Grand Challenge winner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Verdana"/>
              </a:rPr>
              <a:t>Tuning the tradeoff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60020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latin typeface="Verdana"/>
              </a:rPr>
              <a:t>Aggression vs stability vs accuracy.</a:t>
            </a:r>
          </a:p>
          <a:p>
            <a:pPr>
              <a:spcAft>
                <a:spcPts val="800"/>
              </a:spcAft>
            </a:pPr>
            <a:r>
              <a:rPr sz="1600">
                <a:latin typeface="Verdana"/>
              </a:rPr>
              <a:t>•  Sweep the lookahead and watch cross-track error</a:t>
            </a:r>
          </a:p>
          <a:p>
            <a:pPr>
              <a:spcAft>
                <a:spcPts val="800"/>
              </a:spcAft>
            </a:pPr>
            <a:r>
              <a:rPr sz="1600">
                <a:latin typeface="Verdana"/>
              </a:rPr>
              <a:t>•  Too short oscillates; too long drifts on curves</a:t>
            </a:r>
          </a:p>
          <a:p>
            <a:pPr>
              <a:spcAft>
                <a:spcPts val="800"/>
              </a:spcAft>
            </a:pPr>
            <a:r>
              <a:rPr sz="1600">
                <a:latin typeface="Verdana"/>
              </a:rPr>
              <a:t>•  Pick the sweet spot for your speed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Verdana"/>
              </a:rPr>
              <a:t>Tracking the real route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60020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latin typeface="Verdana"/>
              </a:rPr>
              <a:t>The synthetic course taught the controller; the capstone drives the real KITTI trajectory (drive 0005) — with obstacles in the way (N5).</a:t>
            </a:r>
          </a:p>
          <a:p>
            <a:pPr>
              <a:spcAft>
                <a:spcPts val="800"/>
              </a:spcAft>
            </a:pPr>
            <a:r>
              <a:rPr sz="1600">
                <a:latin typeface="Verdana"/>
              </a:rPr>
              <a:t>•  Same controller, real curved path</a:t>
            </a:r>
          </a:p>
          <a:p>
            <a:pPr>
              <a:spcAft>
                <a:spcPts val="800"/>
              </a:spcAft>
            </a:pPr>
            <a:r>
              <a:rPr sz="1600">
                <a:latin typeface="Verdana"/>
              </a:rPr>
              <a:t>•  Bird's-eye view in N3's convention (forward up)</a:t>
            </a:r>
          </a:p>
          <a:p>
            <a:pPr>
              <a:spcAft>
                <a:spcPts val="800"/>
              </a:spcAft>
            </a:pPr>
            <a:r>
              <a:rPr sz="1600">
                <a:latin typeface="Verdana"/>
              </a:rPr>
              <a:t>•  Hands directly to the capstone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WPI-White">
  <a:themeElements>
    <a:clrScheme name="Custom 2">
      <a:dk1>
        <a:srgbClr val="000000"/>
      </a:dk1>
      <a:lt1>
        <a:srgbClr val="FFFFFF"/>
      </a:lt1>
      <a:dk2>
        <a:srgbClr val="6D6D6D"/>
      </a:dk2>
      <a:lt2>
        <a:srgbClr val="947A4F"/>
      </a:lt2>
      <a:accent1>
        <a:srgbClr val="625135"/>
      </a:accent1>
      <a:accent2>
        <a:srgbClr val="B2B7BB"/>
      </a:accent2>
      <a:accent3>
        <a:srgbClr val="2C6A8C"/>
      </a:accent3>
      <a:accent4>
        <a:srgbClr val="000000"/>
      </a:accent4>
      <a:accent5>
        <a:srgbClr val="46A0DC"/>
      </a:accent5>
      <a:accent6>
        <a:srgbClr val="6D6D6D"/>
      </a:accent6>
      <a:hlink>
        <a:srgbClr val="46A0DC"/>
      </a:hlink>
      <a:folHlink>
        <a:srgbClr val="808DA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WPI-White">
  <a:themeElements>
    <a:clrScheme name="Custom 2">
      <a:dk1>
        <a:srgbClr val="000000"/>
      </a:dk1>
      <a:lt1>
        <a:srgbClr val="FFFFFF"/>
      </a:lt1>
      <a:dk2>
        <a:srgbClr val="6D6D6D"/>
      </a:dk2>
      <a:lt2>
        <a:srgbClr val="947A4F"/>
      </a:lt2>
      <a:accent1>
        <a:srgbClr val="625135"/>
      </a:accent1>
      <a:accent2>
        <a:srgbClr val="B2B7BB"/>
      </a:accent2>
      <a:accent3>
        <a:srgbClr val="2C6A8C"/>
      </a:accent3>
      <a:accent4>
        <a:srgbClr val="000000"/>
      </a:accent4>
      <a:accent5>
        <a:srgbClr val="46A0DC"/>
      </a:accent5>
      <a:accent6>
        <a:srgbClr val="6D6D6D"/>
      </a:accent6>
      <a:hlink>
        <a:srgbClr val="46A0DC"/>
      </a:hlink>
      <a:folHlink>
        <a:srgbClr val="808DA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WPI-White">
  <a:themeElements>
    <a:clrScheme name="Custom 2">
      <a:dk1>
        <a:srgbClr val="000000"/>
      </a:dk1>
      <a:lt1>
        <a:srgbClr val="FFFFFF"/>
      </a:lt1>
      <a:dk2>
        <a:srgbClr val="6D6D6D"/>
      </a:dk2>
      <a:lt2>
        <a:srgbClr val="947A4F"/>
      </a:lt2>
      <a:accent1>
        <a:srgbClr val="625135"/>
      </a:accent1>
      <a:accent2>
        <a:srgbClr val="B2B7BB"/>
      </a:accent2>
      <a:accent3>
        <a:srgbClr val="2C6A8C"/>
      </a:accent3>
      <a:accent4>
        <a:srgbClr val="000000"/>
      </a:accent4>
      <a:accent5>
        <a:srgbClr val="46A0DC"/>
      </a:accent5>
      <a:accent6>
        <a:srgbClr val="6D6D6D"/>
      </a:accent6>
      <a:hlink>
        <a:srgbClr val="46A0DC"/>
      </a:hlink>
      <a:folHlink>
        <a:srgbClr val="808DA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2015-05-27T13:16:15Z</dcterms:created>
  <dc:creator>Melissa</dc:creator>
</cp:coreProperties>
</file>