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7" roundtripDataSignature="AMtx7mhIHJkvAptTC/GWESTxnyggYrQG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1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d9d5b514_4_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cd9d5b514_4_1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ecd9d5b514_4_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ecd9d5b514_4_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ecd9d5b514_4_7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cd9d5b514_4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g3ecd9d5b514_4_7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cd9d5b514_4_7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g3ecd9d5b514_4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ecd9d5b514_4_7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d9d5b514_4_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cd9d5b514_4_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ecd9d5b514_4_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d9d5b514_4_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cd9d5b514_4_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ecd9d5b514_4_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cd9d5b514_4_2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g3ecd9d5b514_4_2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d9d5b514_4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d9d5b514_4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g3ecd9d5b514_4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g3ecd9d5b514_4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g3ecd9d5b514_4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ecd9d5b514_4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cd9d5b514_4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g3ecd9d5b514_4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cd9d5b514_4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d9d5b514_4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g3ecd9d5b514_4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cd9d5b514_4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g3ecd9d5b514_4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cd9d5b514_4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d9d5b514_4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d9d5b514_4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g3ecd9d5b514_4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g3ecd9d5b514_4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g3ecd9d5b514_4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d9d5b514_4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d9d5b514_4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ecd9d5b514_4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g3ecd9d5b514_4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ecd9d5b514_4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g3ecd9d5b514_4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ecd9d5b514_4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9d5b514_4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ecd9d5b514_4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d9d5b514_2_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cd9d5b514_2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ecd9d5b514_2_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ecd9d5b514_2_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ecd9d5b514_2_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g3ecd9d5b514_2_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ecd9d5b514_2_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g3ecd9d5b514_2_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ecd9d5b514_2_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d9d5b514_2_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cd9d5b514_2_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ecd9d5b514_2_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ecd9d5b514_2_18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g3ecd9d5b514_2_18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d9d5b514_2_2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cd9d5b514_2_2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g3ecd9d5b514_2_2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cd9d5b514_2_2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d9d5b514_2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cd9d5b514_2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g3ecd9d5b514_2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g3ecd9d5b514_2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g3ecd9d5b514_2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ecd9d5b514_2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ecd9d5b514_2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76" name="Google Shape;176;g3ecd9d5b514_2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ecd9d5b514_2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ecd9d5b514_2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79" name="Google Shape;179;g3ecd9d5b514_2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ecd9d5b514_2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82" name="Google Shape;182;g3ecd9d5b514_2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cd9d5b514_2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d9d5b514_2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cd9d5b514_2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cd9d5b514_2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cd9d5b514_2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ecd9d5b514_2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d9d5b514_2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ecd9d5b514_2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ecd9d5b514_2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g3ecd9d5b514_2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ecd9d5b514_2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g3ecd9d5b514_2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ecd9d5b514_2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cd9d5b514_2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3ecd9d5b514_2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d9d5b514_4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ecd9d5b514_4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g3ecd9d5b514_4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g3ecd9d5b514_4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g3ecd9d5b514_4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cd9d5b514_4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d9d5b514_2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ecd9d5b514_2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g3ecd9d5b514_2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g3ecd9d5b514_2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g3ecd9d5b514_2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ecd9d5b514_2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LiDAR Object Detection</a:t>
            </a:r>
            <a:endParaRPr/>
          </a:p>
        </p:txBody>
      </p:sp>
      <p:sp>
        <p:nvSpPr>
          <p:cNvPr id="207" name="Google Shape;207;p1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From 120,000 raw points to a handful of tracked objects</a:t>
            </a:r>
            <a:endParaRPr/>
          </a:p>
        </p:txBody>
      </p:sp>
      <p:sp>
        <p:nvSpPr>
          <p:cNvPr id="208" name="Google Shape;208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N3 · Perception · 30-Minute Lecture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Problem</a:t>
            </a:r>
            <a:endParaRPr/>
          </a:p>
        </p:txBody>
      </p:sp>
      <p:sp>
        <p:nvSpPr>
          <p:cNvPr id="215" name="Google Shape;215;p3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raw_bev.png" id="216" name="Google Shape;2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684" y="1446899"/>
            <a:ext cx="6948600" cy="3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One Velodyne frame: ~120,000 unlabeled 3D points, ten times a second. Nothing in this scan says “car.” How do we go from this to tracked objects?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Pipeline at a Glance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pipeline.png" id="224" name="Google Shape;2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684" y="1446899"/>
            <a:ext cx="6948600" cy="3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Six stages, each one simple: crop, remove ground, cluster, box, filter by size, filter by road. The tracker (dashed) is next lecture’s job.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Step 1: Region of Interest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roi_full.png" id="232" name="Google Shape;2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300" y="1586797"/>
            <a:ext cx="5029080" cy="2963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3_roi_crop.png" id="233" name="Google Shape;2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572" y="1618917"/>
            <a:ext cx="5029080" cy="296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 txBox="1"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Most of a 360° scan is irrelevant for forward driving — crop to the region ahead.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6382512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simple box — 0 &lt; X &lt; 50 m, |Y| &lt; 12 m, plus a height cut — keeps everything that matters.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~120k points in, ~30k out: every later stage runs 4× faster for free.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Step 2: Ground Removal via Surface Normals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normals.png" id="243" name="Google Shape;2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300" y="1586797"/>
            <a:ext cx="5029080" cy="2963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3_noground.png" id="244" name="Google Shape;2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572" y="1618917"/>
            <a:ext cx="5029080" cy="296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 txBox="1"/>
          <p:nvPr/>
        </p:nvSpPr>
        <p:spPr>
          <a:xfrm>
            <a:off x="777250" y="4709145"/>
            <a:ext cx="502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 point’s normal is the direction of least variance in its local neighborhood — </a:t>
            </a:r>
            <a:r>
              <a:rPr i="1" lang="en-US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normal of a plane fit to the nearest points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6382512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Road normals point up (|n_z| ≈ 1, green); obstacle surfaces point sideways (|n_z| ≈ 0, red) — threshold |n_z| and the ground falls away.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502920" y="5440680"/>
            <a:ext cx="1115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Speed tricks: pre-filter by height and voxel-downsample before computing normals.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Step 3: Euclidean Clustering (DBSCAN)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dbscan_before.png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300" y="1586797"/>
            <a:ext cx="5029080" cy="2963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3_dbscan_after.png" id="255" name="Google Shape;2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572" y="1618917"/>
            <a:ext cx="5029080" cy="296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 txBox="1"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Grow clusters from neighbors within ε of each other; a cluster forms only if it gathers min_samples points.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6382512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Points that never join a cluster are labeled noise and discarded — DBSCAN needs no fixed number of objects.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Each color is one connected blob of obstacle points — a candidate object, not yet a detection.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Step 4: From Clusters to Detections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3_boxes_all.png"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300" y="1586797"/>
            <a:ext cx="5029080" cy="2963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3_boxes_filtered.png" id="266" name="Google Shape;2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2572" y="1618917"/>
            <a:ext cx="5029080" cy="296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Fit an axis-aligned 3D box to each cluster — min/max in X, Y, Z. Cheap, and good enough for tracking.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6382512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Then gate by physical size: height 0.3–3.5 m, length 0.5–15 m — poles are too thin, walls too long, fragments too short.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This is the moment blobs of points become objects — each surviving box is a per-frame detection.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Step 5: Road Filtering — N1 Meets N3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Geometry found the objects — but a parked car behind a fence is not traffic.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Project each box’s bottom-center into the camera with the N1 projection chain, and keep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detection only if that pixel lands on the SegFormer road mask.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Why this works so well: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Geometry detects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LiDAR clustering finds every physical object, on road or off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Semantics gates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the camera’s road mask decides which detections are traffic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One matrix, reused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the same </a:t>
            </a:r>
            <a:r>
              <a:rPr lang="en-US" sz="1600">
                <a:solidFill>
                  <a:srgbClr val="2D2D2D"/>
                </a:solidFill>
              </a:rPr>
              <a:t>projection matrix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from N1 does the projection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Detections, Meet the Kalman Filter</a:t>
            </a:r>
            <a:endParaRPr/>
          </a:p>
        </p:txBody>
      </p:sp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We now have per-frame 3D detections: a position and a box for every object on the road, ten times a second.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But frames don’t know about each other yet — detection 3 in this frame and detection 5 in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next might be the same car. That association is what tracking adds.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What happens next: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Associate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match detections across frames, nearest-neighbor in position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feed each object’s positions to the Kalman filter from N2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Out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smoothed position and estimated velocity per object, with confidence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Detection answers “what is out there right now?” — tracking answers “where is it going?” That handoff is the next lecture.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2015-05-27T13:16:15Z</dcterms:created>
  <dc:creator>Melissa</dc:creator>
</cp:coreProperties>
</file>