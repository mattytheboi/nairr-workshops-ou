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7" roundtripDataSignature="AMtx7mhIHJkvAptTC/GWESTxnyggYrQG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7" name="Google Shape;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7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50" name="Google Shape;50;p17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d9d5b514_4_1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cd9d5b514_4_1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g3ecd9d5b514_4_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ecd9d5b514_4_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ecd9d5b514_4_7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cd9d5b514_4_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g3ecd9d5b514_4_7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cd9d5b514_4_7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g3ecd9d5b514_4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ecd9d5b514_4_7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d9d5b514_4_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cd9d5b514_4_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ecd9d5b514_4_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cd9d5b514_4_2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cd9d5b514_4_2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ecd9d5b514_4_2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cd9d5b514_4_23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g3ecd9d5b514_4_23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d9d5b514_4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cd9d5b514_4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g3ecd9d5b514_4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g3ecd9d5b514_4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g3ecd9d5b514_4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ecd9d5b514_4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ecd9d5b514_4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12" name="Google Shape;112;g3ecd9d5b514_4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ecd9d5b514_4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cd9d5b514_4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5" name="Google Shape;115;g3ecd9d5b514_4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ecd9d5b514_4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18" name="Google Shape;118;g3ecd9d5b514_4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cd9d5b514_4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d9d5b514_4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cd9d5b514_4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g3ecd9d5b514_4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g3ecd9d5b514_4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g3ecd9d5b514_4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d9d5b514_4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cd9d5b514_4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3ecd9d5b514_4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0" name="Google Shape;130;g3ecd9d5b514_4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3ecd9d5b514_4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2" name="Google Shape;132;g3ecd9d5b514_4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ecd9d5b514_4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d9d5b514_4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ecd9d5b514_4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d9d5b514_2_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cd9d5b514_2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ecd9d5b514_2_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ecd9d5b514_2_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ecd9d5b514_2_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g3ecd9d5b514_2_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ecd9d5b514_2_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g3ecd9d5b514_2_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g3ecd9d5b514_2_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d9d5b514_2_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ecd9d5b514_2_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3ecd9d5b514_2_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ecd9d5b514_2_18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g3ecd9d5b514_2_18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cd9d5b514_2_2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ecd9d5b514_2_2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g3ecd9d5b514_2_2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ecd9d5b514_2_2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d9d5b514_2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cd9d5b514_2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69" name="Google Shape;169;g3ecd9d5b514_2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g3ecd9d5b514_2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1" name="Google Shape;171;g3ecd9d5b514_2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ecd9d5b514_2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ecd9d5b514_2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76" name="Google Shape;176;g3ecd9d5b514_2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ecd9d5b514_2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ecd9d5b514_2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79" name="Google Shape;179;g3ecd9d5b514_2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ecd9d5b514_2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82" name="Google Shape;182;g3ecd9d5b514_2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cd9d5b514_2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d9d5b514_2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cd9d5b514_2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cd9d5b514_2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g3ecd9d5b514_2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g3ecd9d5b514_2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d9d5b514_2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ecd9d5b514_2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g3ecd9d5b514_2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g3ecd9d5b514_2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g3ecd9d5b514_2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g3ecd9d5b514_2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ecd9d5b514_2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cd9d5b514_2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g3ecd9d5b514_2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d9d5b514_4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ecd9d5b514_4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6" name="Google Shape;76;g3ecd9d5b514_4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g3ecd9d5b514_4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g3ecd9d5b514_4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cd9d5b514_4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d9d5b514_2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g3ecd9d5b514_2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0" name="Google Shape;140;g3ecd9d5b514_2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g3ecd9d5b514_2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g3ecd9d5b514_2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ecd9d5b514_2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r>
              <a:rPr>
                <a:latin typeface="Verdana"/>
              </a:rPr>
              <a:t>Capstone: Navigate the Real Scene</a:t>
            </a:r>
          </a:p>
        </p:txBody>
      </p:sp>
      <p:sp>
        <p:nvSpPr>
          <p:cNvPr id="207" name="Google Shape;207;p1"/>
          <p:cNvSpPr txBox="1"/>
          <p:nvPr>
            <p:ph idx="1" type="body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rPr>
                <a:latin typeface="Verdana"/>
              </a:rPr>
              <a:t>Every subsystem, one closed loop, real obstacles</a:t>
            </a:r>
          </a:p>
        </p:txBody>
      </p:sp>
      <p:sp>
        <p:nvSpPr>
          <p:cNvPr id="208" name="Google Shape;208;p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"/>
          <p:cNvSpPr txBox="1"/>
          <p:nvPr>
            <p:ph idx="11" type="ftr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>
                <a:latin typeface="Verdana"/>
              </a:rPr>
              <a:t>Workshop N5 · Capstone · 30-Minute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One loop, every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Verdana"/>
              </a:rPr>
              <a:t>N1 fuse -&gt; N2 estimate -&gt; N3 track -&gt; N4 act, wired into one running loop on the real KITTI drive.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No new theory — this is integration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Real ego route, real-derived obstacles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Emergent thread-or-clip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The obstacles are real (in spirit)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Verdana"/>
              </a:rPr>
              <a:t>N3 detects cars at realistic sizes; we place them on the route so the ego must thread them.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Car ~ 4.2 x 1.8 x 1.5 m (from N3's clustering)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Perceived with noise, then tracked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The ego steers around the tracked positions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Steering around: potential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Verdana"/>
              </a:rPr>
              <a:t>Each obstacle in the corridor pushes the ego sideways; it weaves and re-centers.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One gain to tune (the avoidance strength)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Pure-pursuit steer + repulsion bias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Emergency brake if a car is dead-ahead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The bird's-eye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Verdana"/>
              </a:rPr>
              <a:t>Ego-relative — forward up, you at the bottom — exactly N3's BEV.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Green = road, red = obstacle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Tracked detections shown with uncertainty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The real, curved KITTI route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Live demo: tune the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Verdana"/>
              </a:rPr>
              <a:t>Set the controls, render, watch it thread or clip.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Avoidance gain, lookahead, speed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Number of cars / layout seed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Sensor noise / blackout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latin typeface="Verdana"/>
              </a:rPr>
              <a:t>A perception-to-control stack on real data — sense, fuse, estimate, track, act.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Modular and auditable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Each piece swappable behind a clean interface</a:t>
            </a:r>
          </a:p>
          <a:p>
            <a:pPr>
              <a:spcAft>
                <a:spcPts val="800"/>
              </a:spcAft>
            </a:pPr>
            <a:r>
              <a:rPr sz="1600">
                <a:latin typeface="Verdana"/>
              </a:rPr>
              <a:t>•  The frontier learns these pieces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2015-05-27T13:16:15Z</dcterms:created>
  <dc:creator>Melissa</dc:creator>
</cp:coreProperties>
</file>